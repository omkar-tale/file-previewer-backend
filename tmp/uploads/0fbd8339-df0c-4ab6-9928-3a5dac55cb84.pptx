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5"/>
    <p:sldMasterId id="2147483651" r:id="rId6"/>
  </p:sldMasterIdLst>
  <p:notesMasterIdLst>
    <p:notesMasterId r:id="rId7"/>
  </p:notesMasterIdLst>
  <p:sldIdLst>
    <p:sldId id="256" r:id="rId8"/>
    <p:sldId id="257" r:id="rId9"/>
    <p:sldId id="258" r:id="rId10"/>
  </p:sldIdLst>
  <p:sldSz cy="7559675" cx="10080625"/>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70D48BD-176F-4A6C-A95A-51657BE64671}">
  <a:tblStyle styleId="{970D48BD-176F-4A6C-A95A-51657BE6467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10" Type="http://schemas.openxmlformats.org/officeDocument/2006/relationships/slide" Target="slides/slide3.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txBox="1"/>
          <p:nvPr>
            <p:ph idx="12" type="sldNum"/>
          </p:nvPr>
        </p:nvSpPr>
        <p:spPr>
          <a:xfrm>
            <a:off x="4279900" y="10156825"/>
            <a:ext cx="3278187" cy="533400"/>
          </a:xfrm>
          <a:prstGeom prst="rect">
            <a:avLst/>
          </a:prstGeom>
          <a:noFill/>
          <a:ln>
            <a:noFill/>
          </a:ln>
        </p:spPr>
        <p:txBody>
          <a:bodyPr anchorCtr="0" anchor="b" bIns="0" lIns="0" spcFirstLastPara="1" rIns="0" wrap="square" tIns="0">
            <a:noAutofit/>
          </a:bodyPr>
          <a:lstStyle/>
          <a:p>
            <a:pPr indent="0" lvl="0" marL="0" marR="0" rtl="0" algn="l">
              <a:lnSpc>
                <a:spcPct val="94000"/>
              </a:lnSpc>
              <a:spcBef>
                <a:spcPts val="0"/>
              </a:spcBef>
              <a:spcAft>
                <a:spcPts val="0"/>
              </a:spcAft>
              <a:buNone/>
            </a:pPr>
            <a:fld id="{00000000-1234-1234-1234-123412341234}" type="slidenum">
              <a:rPr b="0" i="0" lang="en-US" sz="1800" u="none" cap="none" strike="noStrike">
                <a:solidFill>
                  <a:srgbClr val="000000"/>
                </a:solidFill>
                <a:latin typeface="Arial"/>
                <a:ea typeface="Arial"/>
                <a:cs typeface="Arial"/>
                <a:sym typeface="Arial"/>
              </a:rPr>
              <a:t>‹#›</a:t>
            </a:fld>
            <a:endParaRPr/>
          </a:p>
        </p:txBody>
      </p:sp>
      <p:sp>
        <p:nvSpPr>
          <p:cNvPr id="4" name="Google Shape;4;n"/>
          <p:cNvSpPr/>
          <p:nvPr>
            <p:ph idx="2" type="sldImg"/>
          </p:nvPr>
        </p:nvSpPr>
        <p:spPr>
          <a:xfrm>
            <a:off x="1484312" y="900112"/>
            <a:ext cx="4587875" cy="34401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5" name="Google Shape;5;n"/>
          <p:cNvSpPr txBox="1"/>
          <p:nvPr>
            <p:ph idx="1" type="body"/>
          </p:nvPr>
        </p:nvSpPr>
        <p:spPr>
          <a:xfrm>
            <a:off x="720725" y="4679950"/>
            <a:ext cx="6118225" cy="5038725"/>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6" name="Google Shape;6;n"/>
          <p:cNvSpPr txBox="1"/>
          <p:nvPr>
            <p:ph idx="3" type="hdr"/>
          </p:nvPr>
        </p:nvSpPr>
        <p:spPr>
          <a:xfrm>
            <a:off x="0" y="0"/>
            <a:ext cx="3278187" cy="533400"/>
          </a:xfrm>
          <a:prstGeom prst="rect">
            <a:avLst/>
          </a:prstGeom>
          <a:noFill/>
          <a:ln>
            <a:noFill/>
          </a:ln>
        </p:spPr>
        <p:txBody>
          <a:bodyPr anchorCtr="0" anchor="t" bIns="0" lIns="0" spcFirstLastPara="1" rIns="0" wrap="square" tIns="0">
            <a:noAutofit/>
          </a:bodyPr>
          <a:lstStyle>
            <a:lvl1pPr lvl="0" marR="0" rtl="0" algn="l">
              <a:lnSpc>
                <a:spcPct val="93000"/>
              </a:lnSpc>
              <a:spcBef>
                <a:spcPts val="0"/>
              </a:spcBef>
              <a:spcAft>
                <a:spcPts val="0"/>
              </a:spcAft>
              <a:buSzPts val="1400"/>
              <a:buNone/>
              <a:defRPr b="0" i="0" sz="1400" u="none">
                <a:solidFill>
                  <a:srgbClr val="000000"/>
                </a:solidFill>
                <a:latin typeface="Times New Roman"/>
                <a:ea typeface="Times New Roman"/>
                <a:cs typeface="Times New Roman"/>
                <a:sym typeface="Times New Roman"/>
              </a:defRPr>
            </a:lvl1pPr>
            <a:lvl2pPr lvl="1"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0" type="dt"/>
          </p:nvPr>
        </p:nvSpPr>
        <p:spPr>
          <a:xfrm>
            <a:off x="4279900" y="0"/>
            <a:ext cx="3278187" cy="533400"/>
          </a:xfrm>
          <a:prstGeom prst="rect">
            <a:avLst/>
          </a:prstGeom>
          <a:noFill/>
          <a:ln>
            <a:noFill/>
          </a:ln>
        </p:spPr>
        <p:txBody>
          <a:bodyPr anchorCtr="0" anchor="t" bIns="0" lIns="0" spcFirstLastPara="1" rIns="0" wrap="square" tIns="0">
            <a:noAutofit/>
          </a:bodyPr>
          <a:lstStyle>
            <a:lvl1pPr lvl="0" marR="0" rtl="0" algn="r">
              <a:lnSpc>
                <a:spcPct val="93000"/>
              </a:lnSpc>
              <a:spcBef>
                <a:spcPts val="0"/>
              </a:spcBef>
              <a:spcAft>
                <a:spcPts val="0"/>
              </a:spcAft>
              <a:buSzPts val="1400"/>
              <a:buNone/>
              <a:defRPr b="0" i="0" sz="1400" u="none">
                <a:solidFill>
                  <a:srgbClr val="000000"/>
                </a:solidFill>
                <a:latin typeface="Times New Roman"/>
                <a:ea typeface="Times New Roman"/>
                <a:cs typeface="Times New Roman"/>
                <a:sym typeface="Times New Roman"/>
              </a:defRPr>
            </a:lvl1pPr>
            <a:lvl2pPr lvl="1"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1" type="ftr"/>
          </p:nvPr>
        </p:nvSpPr>
        <p:spPr>
          <a:xfrm>
            <a:off x="0" y="10156825"/>
            <a:ext cx="3278187" cy="533400"/>
          </a:xfrm>
          <a:prstGeom prst="rect">
            <a:avLst/>
          </a:prstGeom>
          <a:noFill/>
          <a:ln>
            <a:noFill/>
          </a:ln>
        </p:spPr>
        <p:txBody>
          <a:bodyPr anchorCtr="0" anchor="b" bIns="0" lIns="0" spcFirstLastPara="1" rIns="0" wrap="square" tIns="0">
            <a:noAutofit/>
          </a:bodyPr>
          <a:lstStyle>
            <a:lvl1pPr lvl="0" marR="0" rtl="0" algn="l">
              <a:lnSpc>
                <a:spcPct val="93000"/>
              </a:lnSpc>
              <a:spcBef>
                <a:spcPts val="0"/>
              </a:spcBef>
              <a:spcAft>
                <a:spcPts val="0"/>
              </a:spcAft>
              <a:buSzPts val="1400"/>
              <a:buNone/>
              <a:defRPr b="0" i="0" sz="1400" u="none">
                <a:solidFill>
                  <a:srgbClr val="000000"/>
                </a:solidFill>
                <a:latin typeface="Times New Roman"/>
                <a:ea typeface="Times New Roman"/>
                <a:cs typeface="Times New Roman"/>
                <a:sym typeface="Times New Roman"/>
              </a:defRPr>
            </a:lvl1pPr>
            <a:lvl2pPr lvl="1"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9" name="Google Shape;9;n"/>
          <p:cNvSpPr txBox="1"/>
          <p:nvPr>
            <p:ph idx="4" type="sldNum"/>
          </p:nvPr>
        </p:nvSpPr>
        <p:spPr>
          <a:xfrm>
            <a:off x="4279900" y="10156825"/>
            <a:ext cx="3278187"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1:notes"/>
          <p:cNvSpPr/>
          <p:nvPr>
            <p:ph idx="2" type="sldImg"/>
          </p:nvPr>
        </p:nvSpPr>
        <p:spPr>
          <a:xfrm>
            <a:off x="1484312" y="900112"/>
            <a:ext cx="4589462" cy="34417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7" name="Google Shape;37;p1:notes"/>
          <p:cNvSpPr txBox="1"/>
          <p:nvPr>
            <p:ph idx="1" type="body"/>
          </p:nvPr>
        </p:nvSpPr>
        <p:spPr>
          <a:xfrm>
            <a:off x="720725" y="4679950"/>
            <a:ext cx="6119812" cy="50403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2:notes"/>
          <p:cNvSpPr/>
          <p:nvPr>
            <p:ph idx="2" type="sldImg"/>
          </p:nvPr>
        </p:nvSpPr>
        <p:spPr>
          <a:xfrm>
            <a:off x="1484312" y="900112"/>
            <a:ext cx="4589462" cy="34417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3" name="Google Shape;43;p2:notes"/>
          <p:cNvSpPr txBox="1"/>
          <p:nvPr>
            <p:ph idx="1" type="body"/>
          </p:nvPr>
        </p:nvSpPr>
        <p:spPr>
          <a:xfrm>
            <a:off x="720725" y="4679950"/>
            <a:ext cx="6119812" cy="50403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3:notes"/>
          <p:cNvSpPr/>
          <p:nvPr>
            <p:ph idx="2" type="sldImg"/>
          </p:nvPr>
        </p:nvSpPr>
        <p:spPr>
          <a:xfrm>
            <a:off x="1484312" y="900112"/>
            <a:ext cx="4589462" cy="34417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9" name="Google Shape;49;p3:notes"/>
          <p:cNvSpPr txBox="1"/>
          <p:nvPr>
            <p:ph idx="1" type="body"/>
          </p:nvPr>
        </p:nvSpPr>
        <p:spPr>
          <a:xfrm>
            <a:off x="720725" y="4679950"/>
            <a:ext cx="6119812" cy="50403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layout with centered title and subtitle placeholders" type="title">
  <p:cSld name="TITLE">
    <p:spTree>
      <p:nvGrpSpPr>
        <p:cNvPr id="17" name="Shape 17"/>
        <p:cNvGrpSpPr/>
        <p:nvPr/>
      </p:nvGrpSpPr>
      <p:grpSpPr>
        <a:xfrm>
          <a:off x="0" y="0"/>
          <a:ext cx="0" cy="0"/>
          <a:chOff x="0" y="0"/>
          <a:chExt cx="0" cy="0"/>
        </a:xfrm>
      </p:grpSpPr>
      <p:sp>
        <p:nvSpPr>
          <p:cNvPr id="18" name="Google Shape;18;p2"/>
          <p:cNvSpPr txBox="1"/>
          <p:nvPr>
            <p:ph type="ctrTitle"/>
          </p:nvPr>
        </p:nvSpPr>
        <p:spPr>
          <a:xfrm>
            <a:off x="685800" y="2130425"/>
            <a:ext cx="7772400" cy="1470025"/>
          </a:xfrm>
          <a:prstGeom prst="rect">
            <a:avLst/>
          </a:prstGeom>
          <a:noFill/>
          <a:ln>
            <a:noFill/>
          </a:ln>
        </p:spPr>
        <p:txBody>
          <a:bodyPr anchorCtr="0" anchor="ctr" bIns="0" lIns="0" spcFirstLastPara="1" rIns="0" wrap="square" tIns="0">
            <a:noAutofit/>
          </a:bodyPr>
          <a:lstStyle>
            <a:lvl1pPr lvl="0" algn="l">
              <a:lnSpc>
                <a:spcPct val="94000"/>
              </a:lnSpc>
              <a:spcBef>
                <a:spcPts val="0"/>
              </a:spcBef>
              <a:spcAft>
                <a:spcPts val="0"/>
              </a:spcAft>
              <a:buSzPts val="1400"/>
              <a:buNone/>
              <a:defRPr/>
            </a:lvl1pPr>
            <a:lvl2pPr lvl="1" algn="l">
              <a:lnSpc>
                <a:spcPct val="94000"/>
              </a:lnSpc>
              <a:spcBef>
                <a:spcPts val="0"/>
              </a:spcBef>
              <a:spcAft>
                <a:spcPts val="0"/>
              </a:spcAft>
              <a:buSzPts val="1400"/>
              <a:buNone/>
              <a:defRPr/>
            </a:lvl2pPr>
            <a:lvl3pPr lvl="2" algn="l">
              <a:lnSpc>
                <a:spcPct val="94000"/>
              </a:lnSpc>
              <a:spcBef>
                <a:spcPts val="0"/>
              </a:spcBef>
              <a:spcAft>
                <a:spcPts val="0"/>
              </a:spcAft>
              <a:buSzPts val="1400"/>
              <a:buNone/>
              <a:defRPr/>
            </a:lvl3pPr>
            <a:lvl4pPr lvl="3" algn="l">
              <a:lnSpc>
                <a:spcPct val="94000"/>
              </a:lnSpc>
              <a:spcBef>
                <a:spcPts val="0"/>
              </a:spcBef>
              <a:spcAft>
                <a:spcPts val="0"/>
              </a:spcAft>
              <a:buSzPts val="1400"/>
              <a:buNone/>
              <a:defRPr/>
            </a:lvl4pPr>
            <a:lvl5pPr lvl="4" algn="l">
              <a:lnSpc>
                <a:spcPct val="94000"/>
              </a:lnSpc>
              <a:spcBef>
                <a:spcPts val="0"/>
              </a:spcBef>
              <a:spcAft>
                <a:spcPts val="0"/>
              </a:spcAft>
              <a:buSzPts val="1400"/>
              <a:buNone/>
              <a:defRPr/>
            </a:lvl5pPr>
            <a:lvl6pPr lvl="5" algn="l">
              <a:lnSpc>
                <a:spcPct val="94000"/>
              </a:lnSpc>
              <a:spcBef>
                <a:spcPts val="0"/>
              </a:spcBef>
              <a:spcAft>
                <a:spcPts val="0"/>
              </a:spcAft>
              <a:buSzPts val="1400"/>
              <a:buNone/>
              <a:defRPr/>
            </a:lvl6pPr>
            <a:lvl7pPr lvl="6" algn="l">
              <a:lnSpc>
                <a:spcPct val="94000"/>
              </a:lnSpc>
              <a:spcBef>
                <a:spcPts val="0"/>
              </a:spcBef>
              <a:spcAft>
                <a:spcPts val="0"/>
              </a:spcAft>
              <a:buSzPts val="1400"/>
              <a:buNone/>
              <a:defRPr/>
            </a:lvl7pPr>
            <a:lvl8pPr lvl="7" algn="l">
              <a:lnSpc>
                <a:spcPct val="94000"/>
              </a:lnSpc>
              <a:spcBef>
                <a:spcPts val="0"/>
              </a:spcBef>
              <a:spcAft>
                <a:spcPts val="0"/>
              </a:spcAft>
              <a:buSzPts val="1400"/>
              <a:buNone/>
              <a:defRPr/>
            </a:lvl8pPr>
            <a:lvl9pPr lvl="8" algn="l">
              <a:lnSpc>
                <a:spcPct val="94000"/>
              </a:lnSpc>
              <a:spcBef>
                <a:spcPts val="0"/>
              </a:spcBef>
              <a:spcAft>
                <a:spcPts val="0"/>
              </a:spcAft>
              <a:buSzPts val="1400"/>
              <a:buNone/>
              <a:defRPr/>
            </a:lvl9pPr>
          </a:lstStyle>
          <a:p/>
        </p:txBody>
      </p:sp>
      <p:sp>
        <p:nvSpPr>
          <p:cNvPr id="19" name="Google Shape;19;p2"/>
          <p:cNvSpPr txBox="1"/>
          <p:nvPr>
            <p:ph idx="1" type="subTitle"/>
          </p:nvPr>
        </p:nvSpPr>
        <p:spPr>
          <a:xfrm>
            <a:off x="1371600" y="3886200"/>
            <a:ext cx="6400800" cy="1752600"/>
          </a:xfrm>
          <a:prstGeom prst="rect">
            <a:avLst/>
          </a:prstGeom>
          <a:noFill/>
          <a:ln>
            <a:noFill/>
          </a:ln>
        </p:spPr>
        <p:txBody>
          <a:bodyPr anchorCtr="0" anchor="t" bIns="0" lIns="0" spcFirstLastPara="1" rIns="0" wrap="square" tIns="19650">
            <a:noAutofit/>
          </a:bodyPr>
          <a:lstStyle>
            <a:lvl1pPr lvl="0" algn="l">
              <a:lnSpc>
                <a:spcPct val="94000"/>
              </a:lnSpc>
              <a:spcBef>
                <a:spcPts val="0"/>
              </a:spcBef>
              <a:spcAft>
                <a:spcPts val="0"/>
              </a:spcAft>
              <a:buSzPts val="1400"/>
              <a:buNone/>
              <a:defRPr/>
            </a:lvl1pPr>
            <a:lvl2pPr lvl="1" algn="l">
              <a:lnSpc>
                <a:spcPct val="94000"/>
              </a:lnSpc>
              <a:spcBef>
                <a:spcPts val="1400"/>
              </a:spcBef>
              <a:spcAft>
                <a:spcPts val="0"/>
              </a:spcAft>
              <a:buSzPts val="1400"/>
              <a:buNone/>
              <a:defRPr/>
            </a:lvl2pPr>
            <a:lvl3pPr lvl="2" algn="l">
              <a:lnSpc>
                <a:spcPct val="94000"/>
              </a:lnSpc>
              <a:spcBef>
                <a:spcPts val="1100"/>
              </a:spcBef>
              <a:spcAft>
                <a:spcPts val="0"/>
              </a:spcAft>
              <a:buSzPts val="1400"/>
              <a:buNone/>
              <a:defRPr/>
            </a:lvl3pPr>
            <a:lvl4pPr lvl="3" algn="l">
              <a:lnSpc>
                <a:spcPct val="94000"/>
              </a:lnSpc>
              <a:spcBef>
                <a:spcPts val="800"/>
              </a:spcBef>
              <a:spcAft>
                <a:spcPts val="0"/>
              </a:spcAft>
              <a:buSzPts val="1400"/>
              <a:buNone/>
              <a:defRPr/>
            </a:lvl4pPr>
            <a:lvl5pPr lvl="4" algn="l">
              <a:lnSpc>
                <a:spcPct val="94000"/>
              </a:lnSpc>
              <a:spcBef>
                <a:spcPts val="500"/>
              </a:spcBef>
              <a:spcAft>
                <a:spcPts val="0"/>
              </a:spcAft>
              <a:buSzPts val="1400"/>
              <a:buNone/>
              <a:defRPr/>
            </a:lvl5pPr>
            <a:lvl6pPr lvl="5" algn="l">
              <a:lnSpc>
                <a:spcPct val="94000"/>
              </a:lnSpc>
              <a:spcBef>
                <a:spcPts val="200"/>
              </a:spcBef>
              <a:spcAft>
                <a:spcPts val="0"/>
              </a:spcAft>
              <a:buSzPts val="1400"/>
              <a:buNone/>
              <a:defRPr/>
            </a:lvl6pPr>
            <a:lvl7pPr lvl="6" algn="l">
              <a:lnSpc>
                <a:spcPct val="94000"/>
              </a:lnSpc>
              <a:spcBef>
                <a:spcPts val="200"/>
              </a:spcBef>
              <a:spcAft>
                <a:spcPts val="0"/>
              </a:spcAft>
              <a:buSzPts val="1400"/>
              <a:buNone/>
              <a:defRPr/>
            </a:lvl7pPr>
            <a:lvl8pPr lvl="7" algn="l">
              <a:lnSpc>
                <a:spcPct val="94000"/>
              </a:lnSpc>
              <a:spcBef>
                <a:spcPts val="200"/>
              </a:spcBef>
              <a:spcAft>
                <a:spcPts val="0"/>
              </a:spcAft>
              <a:buSzPts val="1400"/>
              <a:buNone/>
              <a:defRPr/>
            </a:lvl8pPr>
            <a:lvl9pPr lvl="8" algn="l">
              <a:lnSpc>
                <a:spcPct val="94000"/>
              </a:lnSpc>
              <a:spcBef>
                <a:spcPts val="200"/>
              </a:spcBef>
              <a:spcAft>
                <a:spcPts val="200"/>
              </a:spcAft>
              <a:buSzPts val="1400"/>
              <a:buNone/>
              <a:defRPr/>
            </a:lvl9pPr>
          </a:lstStyle>
          <a:p/>
        </p:txBody>
      </p:sp>
      <p:sp>
        <p:nvSpPr>
          <p:cNvPr id="20" name="Google Shape;20;p2"/>
          <p:cNvSpPr txBox="1"/>
          <p:nvPr>
            <p:ph idx="10" type="dt"/>
          </p:nvPr>
        </p:nvSpPr>
        <p:spPr>
          <a:xfrm>
            <a:off x="503237" y="6886575"/>
            <a:ext cx="2346325" cy="519112"/>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4000"/>
              </a:lnSpc>
              <a:spcBef>
                <a:spcPts val="0"/>
              </a:spcBef>
              <a:spcAft>
                <a:spcPts val="0"/>
              </a:spcAft>
              <a:buSzPts val="1400"/>
              <a:buNone/>
              <a:defRPr/>
            </a:lvl2pPr>
            <a:lvl3pPr lvl="2" algn="l">
              <a:lnSpc>
                <a:spcPct val="94000"/>
              </a:lnSpc>
              <a:spcBef>
                <a:spcPts val="0"/>
              </a:spcBef>
              <a:spcAft>
                <a:spcPts val="0"/>
              </a:spcAft>
              <a:buSzPts val="1400"/>
              <a:buNone/>
              <a:defRPr/>
            </a:lvl3pPr>
            <a:lvl4pPr lvl="3" algn="l">
              <a:lnSpc>
                <a:spcPct val="94000"/>
              </a:lnSpc>
              <a:spcBef>
                <a:spcPts val="0"/>
              </a:spcBef>
              <a:spcAft>
                <a:spcPts val="0"/>
              </a:spcAft>
              <a:buSzPts val="1400"/>
              <a:buNone/>
              <a:defRPr/>
            </a:lvl4pPr>
            <a:lvl5pPr lvl="4" algn="l">
              <a:lnSpc>
                <a:spcPct val="94000"/>
              </a:lnSpc>
              <a:spcBef>
                <a:spcPts val="0"/>
              </a:spcBef>
              <a:spcAft>
                <a:spcPts val="0"/>
              </a:spcAft>
              <a:buSzPts val="1400"/>
              <a:buNone/>
              <a:defRPr/>
            </a:lvl5pPr>
            <a:lvl6pPr lvl="5" algn="l">
              <a:lnSpc>
                <a:spcPct val="94000"/>
              </a:lnSpc>
              <a:spcBef>
                <a:spcPts val="0"/>
              </a:spcBef>
              <a:spcAft>
                <a:spcPts val="0"/>
              </a:spcAft>
              <a:buSzPts val="1400"/>
              <a:buNone/>
              <a:defRPr/>
            </a:lvl6pPr>
            <a:lvl7pPr lvl="6" algn="l">
              <a:lnSpc>
                <a:spcPct val="94000"/>
              </a:lnSpc>
              <a:spcBef>
                <a:spcPts val="0"/>
              </a:spcBef>
              <a:spcAft>
                <a:spcPts val="0"/>
              </a:spcAft>
              <a:buSzPts val="1400"/>
              <a:buNone/>
              <a:defRPr/>
            </a:lvl7pPr>
            <a:lvl8pPr lvl="7" algn="l">
              <a:lnSpc>
                <a:spcPct val="94000"/>
              </a:lnSpc>
              <a:spcBef>
                <a:spcPts val="0"/>
              </a:spcBef>
              <a:spcAft>
                <a:spcPts val="0"/>
              </a:spcAft>
              <a:buSzPts val="1400"/>
              <a:buNone/>
              <a:defRPr/>
            </a:lvl8pPr>
            <a:lvl9pPr lvl="8" algn="l">
              <a:lnSpc>
                <a:spcPct val="94000"/>
              </a:lnSpc>
              <a:spcBef>
                <a:spcPts val="0"/>
              </a:spcBef>
              <a:spcAft>
                <a:spcPts val="0"/>
              </a:spcAft>
              <a:buSzPts val="1400"/>
              <a:buNone/>
              <a:defRPr/>
            </a:lvl9pPr>
          </a:lstStyle>
          <a:p/>
        </p:txBody>
      </p:sp>
      <p:sp>
        <p:nvSpPr>
          <p:cNvPr id="21" name="Google Shape;21;p2"/>
          <p:cNvSpPr txBox="1"/>
          <p:nvPr>
            <p:ph idx="11" type="ftr"/>
          </p:nvPr>
        </p:nvSpPr>
        <p:spPr>
          <a:xfrm>
            <a:off x="3448050" y="6886575"/>
            <a:ext cx="3194050" cy="519112"/>
          </a:xfrm>
          <a:prstGeom prst="rect">
            <a:avLst/>
          </a:prstGeom>
          <a:noFill/>
          <a:ln>
            <a:noFill/>
          </a:ln>
        </p:spPr>
        <p:txBody>
          <a:bodyPr anchorCtr="0" anchor="t" bIns="0" lIns="0" spcFirstLastPara="1" rIns="0" wrap="square" tIns="0">
            <a:noAutofit/>
          </a:bodyPr>
          <a:lstStyle>
            <a:lvl1pPr lvl="0" algn="ctr">
              <a:lnSpc>
                <a:spcPct val="93000"/>
              </a:lnSpc>
              <a:spcBef>
                <a:spcPts val="0"/>
              </a:spcBef>
              <a:spcAft>
                <a:spcPts val="0"/>
              </a:spcAft>
              <a:buSzPts val="1400"/>
              <a:buNone/>
              <a:defRPr/>
            </a:lvl1pPr>
            <a:lvl2pPr lvl="1" algn="l">
              <a:lnSpc>
                <a:spcPct val="94000"/>
              </a:lnSpc>
              <a:spcBef>
                <a:spcPts val="0"/>
              </a:spcBef>
              <a:spcAft>
                <a:spcPts val="0"/>
              </a:spcAft>
              <a:buSzPts val="1400"/>
              <a:buNone/>
              <a:defRPr/>
            </a:lvl2pPr>
            <a:lvl3pPr lvl="2" algn="l">
              <a:lnSpc>
                <a:spcPct val="94000"/>
              </a:lnSpc>
              <a:spcBef>
                <a:spcPts val="0"/>
              </a:spcBef>
              <a:spcAft>
                <a:spcPts val="0"/>
              </a:spcAft>
              <a:buSzPts val="1400"/>
              <a:buNone/>
              <a:defRPr/>
            </a:lvl3pPr>
            <a:lvl4pPr lvl="3" algn="l">
              <a:lnSpc>
                <a:spcPct val="94000"/>
              </a:lnSpc>
              <a:spcBef>
                <a:spcPts val="0"/>
              </a:spcBef>
              <a:spcAft>
                <a:spcPts val="0"/>
              </a:spcAft>
              <a:buSzPts val="1400"/>
              <a:buNone/>
              <a:defRPr/>
            </a:lvl4pPr>
            <a:lvl5pPr lvl="4" algn="l">
              <a:lnSpc>
                <a:spcPct val="94000"/>
              </a:lnSpc>
              <a:spcBef>
                <a:spcPts val="0"/>
              </a:spcBef>
              <a:spcAft>
                <a:spcPts val="0"/>
              </a:spcAft>
              <a:buSzPts val="1400"/>
              <a:buNone/>
              <a:defRPr/>
            </a:lvl5pPr>
            <a:lvl6pPr lvl="5" algn="l">
              <a:lnSpc>
                <a:spcPct val="94000"/>
              </a:lnSpc>
              <a:spcBef>
                <a:spcPts val="0"/>
              </a:spcBef>
              <a:spcAft>
                <a:spcPts val="0"/>
              </a:spcAft>
              <a:buSzPts val="1400"/>
              <a:buNone/>
              <a:defRPr/>
            </a:lvl6pPr>
            <a:lvl7pPr lvl="6" algn="l">
              <a:lnSpc>
                <a:spcPct val="94000"/>
              </a:lnSpc>
              <a:spcBef>
                <a:spcPts val="0"/>
              </a:spcBef>
              <a:spcAft>
                <a:spcPts val="0"/>
              </a:spcAft>
              <a:buSzPts val="1400"/>
              <a:buNone/>
              <a:defRPr/>
            </a:lvl7pPr>
            <a:lvl8pPr lvl="7" algn="l">
              <a:lnSpc>
                <a:spcPct val="94000"/>
              </a:lnSpc>
              <a:spcBef>
                <a:spcPts val="0"/>
              </a:spcBef>
              <a:spcAft>
                <a:spcPts val="0"/>
              </a:spcAft>
              <a:buSzPts val="1400"/>
              <a:buNone/>
              <a:defRPr/>
            </a:lvl8pPr>
            <a:lvl9pPr lvl="8" algn="l">
              <a:lnSpc>
                <a:spcPct val="94000"/>
              </a:lnSpc>
              <a:spcBef>
                <a:spcPts val="0"/>
              </a:spcBef>
              <a:spcAft>
                <a:spcPts val="0"/>
              </a:spcAft>
              <a:buSzPts val="1400"/>
              <a:buNone/>
              <a:defRPr/>
            </a:lvl9pPr>
          </a:lstStyle>
          <a:p/>
        </p:txBody>
      </p:sp>
      <p:sp>
        <p:nvSpPr>
          <p:cNvPr id="22" name="Google Shape;22;p2"/>
          <p:cNvSpPr txBox="1"/>
          <p:nvPr>
            <p:ph idx="12" type="sldNum"/>
          </p:nvPr>
        </p:nvSpPr>
        <p:spPr>
          <a:xfrm>
            <a:off x="7226300" y="6886575"/>
            <a:ext cx="2346325" cy="519112"/>
          </a:xfrm>
          <a:prstGeom prst="rect">
            <a:avLst/>
          </a:prstGeom>
          <a:noFill/>
          <a:ln>
            <a:noFill/>
          </a:ln>
        </p:spPr>
        <p:txBody>
          <a:bodyPr anchorCtr="0" anchor="t" bIns="0" lIns="0" spcFirstLastPara="1" rIns="0" wrap="square" tIns="0">
            <a:noAutofit/>
          </a:bodyPr>
          <a:lstStyle>
            <a:lvl1pPr indent="0" lvl="0" marL="0" algn="r">
              <a:lnSpc>
                <a:spcPct val="93000"/>
              </a:lnSpc>
              <a:spcBef>
                <a:spcPts val="0"/>
              </a:spcBef>
              <a:spcAft>
                <a:spcPts val="0"/>
              </a:spcAft>
              <a:buNone/>
              <a:defRPr sz="1400">
                <a:solidFill>
                  <a:srgbClr val="000000"/>
                </a:solidFill>
                <a:latin typeface="Times New Roman"/>
                <a:ea typeface="Times New Roman"/>
                <a:cs typeface="Times New Roman"/>
                <a:sym typeface="Times New Roman"/>
              </a:defRPr>
            </a:lvl1pPr>
            <a:lvl2pPr indent="0" lvl="1" marL="0" algn="r">
              <a:lnSpc>
                <a:spcPct val="93000"/>
              </a:lnSpc>
              <a:spcBef>
                <a:spcPts val="0"/>
              </a:spcBef>
              <a:spcAft>
                <a:spcPts val="0"/>
              </a:spcAft>
              <a:buNone/>
              <a:defRPr sz="1400">
                <a:solidFill>
                  <a:srgbClr val="000000"/>
                </a:solidFill>
                <a:latin typeface="Times New Roman"/>
                <a:ea typeface="Times New Roman"/>
                <a:cs typeface="Times New Roman"/>
                <a:sym typeface="Times New Roman"/>
              </a:defRPr>
            </a:lvl2pPr>
            <a:lvl3pPr indent="0" lvl="2" marL="0" algn="r">
              <a:lnSpc>
                <a:spcPct val="93000"/>
              </a:lnSpc>
              <a:spcBef>
                <a:spcPts val="0"/>
              </a:spcBef>
              <a:spcAft>
                <a:spcPts val="0"/>
              </a:spcAft>
              <a:buNone/>
              <a:defRPr sz="1400">
                <a:solidFill>
                  <a:srgbClr val="000000"/>
                </a:solidFill>
                <a:latin typeface="Times New Roman"/>
                <a:ea typeface="Times New Roman"/>
                <a:cs typeface="Times New Roman"/>
                <a:sym typeface="Times New Roman"/>
              </a:defRPr>
            </a:lvl3pPr>
            <a:lvl4pPr indent="0" lvl="3" marL="0" algn="r">
              <a:lnSpc>
                <a:spcPct val="93000"/>
              </a:lnSpc>
              <a:spcBef>
                <a:spcPts val="0"/>
              </a:spcBef>
              <a:spcAft>
                <a:spcPts val="0"/>
              </a:spcAft>
              <a:buNone/>
              <a:defRPr sz="1400">
                <a:solidFill>
                  <a:srgbClr val="000000"/>
                </a:solidFill>
                <a:latin typeface="Times New Roman"/>
                <a:ea typeface="Times New Roman"/>
                <a:cs typeface="Times New Roman"/>
                <a:sym typeface="Times New Roman"/>
              </a:defRPr>
            </a:lvl4pPr>
            <a:lvl5pPr indent="0" lvl="4" marL="0" algn="r">
              <a:lnSpc>
                <a:spcPct val="93000"/>
              </a:lnSpc>
              <a:spcBef>
                <a:spcPts val="0"/>
              </a:spcBef>
              <a:spcAft>
                <a:spcPts val="0"/>
              </a:spcAft>
              <a:buNone/>
              <a:defRPr sz="1400">
                <a:solidFill>
                  <a:srgbClr val="000000"/>
                </a:solidFill>
                <a:latin typeface="Times New Roman"/>
                <a:ea typeface="Times New Roman"/>
                <a:cs typeface="Times New Roman"/>
                <a:sym typeface="Times New Roman"/>
              </a:defRPr>
            </a:lvl5pPr>
            <a:lvl6pPr indent="0" lvl="5" marL="0" algn="r">
              <a:lnSpc>
                <a:spcPct val="93000"/>
              </a:lnSpc>
              <a:spcBef>
                <a:spcPts val="0"/>
              </a:spcBef>
              <a:spcAft>
                <a:spcPts val="0"/>
              </a:spcAft>
              <a:buNone/>
              <a:defRPr sz="1400">
                <a:solidFill>
                  <a:srgbClr val="000000"/>
                </a:solidFill>
                <a:latin typeface="Times New Roman"/>
                <a:ea typeface="Times New Roman"/>
                <a:cs typeface="Times New Roman"/>
                <a:sym typeface="Times New Roman"/>
              </a:defRPr>
            </a:lvl6pPr>
            <a:lvl7pPr indent="0" lvl="6" marL="0" algn="r">
              <a:lnSpc>
                <a:spcPct val="93000"/>
              </a:lnSpc>
              <a:spcBef>
                <a:spcPts val="0"/>
              </a:spcBef>
              <a:spcAft>
                <a:spcPts val="0"/>
              </a:spcAft>
              <a:buNone/>
              <a:defRPr sz="1400">
                <a:solidFill>
                  <a:srgbClr val="000000"/>
                </a:solidFill>
                <a:latin typeface="Times New Roman"/>
                <a:ea typeface="Times New Roman"/>
                <a:cs typeface="Times New Roman"/>
                <a:sym typeface="Times New Roman"/>
              </a:defRPr>
            </a:lvl7pPr>
            <a:lvl8pPr indent="0" lvl="7" marL="0" algn="r">
              <a:lnSpc>
                <a:spcPct val="93000"/>
              </a:lnSpc>
              <a:spcBef>
                <a:spcPts val="0"/>
              </a:spcBef>
              <a:spcAft>
                <a:spcPts val="0"/>
              </a:spcAft>
              <a:buNone/>
              <a:defRPr sz="1400">
                <a:solidFill>
                  <a:srgbClr val="000000"/>
                </a:solidFill>
                <a:latin typeface="Times New Roman"/>
                <a:ea typeface="Times New Roman"/>
                <a:cs typeface="Times New Roman"/>
                <a:sym typeface="Times New Roman"/>
              </a:defRPr>
            </a:lvl8pPr>
            <a:lvl9pPr indent="0" lvl="8" marL="0" algn="r">
              <a:lnSpc>
                <a:spcPct val="93000"/>
              </a:lnSpc>
              <a:spcBef>
                <a:spcPts val="0"/>
              </a:spcBef>
              <a:spcAft>
                <a:spcPts val="0"/>
              </a:spcAft>
              <a:buNone/>
              <a:defRPr sz="1400">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23" name="Shape 23"/>
        <p:cNvGrpSpPr/>
        <p:nvPr/>
      </p:nvGrpSpPr>
      <p:grpSpPr>
        <a:xfrm>
          <a:off x="0" y="0"/>
          <a:ext cx="0" cy="0"/>
          <a:chOff x="0" y="0"/>
          <a:chExt cx="0" cy="0"/>
        </a:xfrm>
      </p:grpSpPr>
      <p:sp>
        <p:nvSpPr>
          <p:cNvPr id="24" name="Google Shape;24;p3"/>
          <p:cNvSpPr txBox="1"/>
          <p:nvPr>
            <p:ph type="title"/>
          </p:nvPr>
        </p:nvSpPr>
        <p:spPr>
          <a:xfrm>
            <a:off x="503237" y="576262"/>
            <a:ext cx="7197725" cy="719137"/>
          </a:xfrm>
          <a:prstGeom prst="rect">
            <a:avLst/>
          </a:prstGeom>
          <a:noFill/>
          <a:ln>
            <a:noFill/>
          </a:ln>
        </p:spPr>
        <p:txBody>
          <a:bodyPr anchorCtr="0" anchor="ctr" bIns="0" lIns="0" spcFirstLastPara="1" rIns="0" wrap="square" tIns="0">
            <a:noAutofit/>
          </a:bodyPr>
          <a:lstStyle>
            <a:lvl1pPr lvl="0" algn="l">
              <a:lnSpc>
                <a:spcPct val="94000"/>
              </a:lnSpc>
              <a:spcBef>
                <a:spcPts val="0"/>
              </a:spcBef>
              <a:spcAft>
                <a:spcPts val="0"/>
              </a:spcAft>
              <a:buSzPts val="1400"/>
              <a:buNone/>
              <a:defRPr/>
            </a:lvl1pPr>
            <a:lvl2pPr lvl="1" algn="l">
              <a:lnSpc>
                <a:spcPct val="94000"/>
              </a:lnSpc>
              <a:spcBef>
                <a:spcPts val="0"/>
              </a:spcBef>
              <a:spcAft>
                <a:spcPts val="0"/>
              </a:spcAft>
              <a:buSzPts val="1400"/>
              <a:buNone/>
              <a:defRPr/>
            </a:lvl2pPr>
            <a:lvl3pPr lvl="2" algn="l">
              <a:lnSpc>
                <a:spcPct val="94000"/>
              </a:lnSpc>
              <a:spcBef>
                <a:spcPts val="0"/>
              </a:spcBef>
              <a:spcAft>
                <a:spcPts val="0"/>
              </a:spcAft>
              <a:buSzPts val="1400"/>
              <a:buNone/>
              <a:defRPr/>
            </a:lvl3pPr>
            <a:lvl4pPr lvl="3" algn="l">
              <a:lnSpc>
                <a:spcPct val="94000"/>
              </a:lnSpc>
              <a:spcBef>
                <a:spcPts val="0"/>
              </a:spcBef>
              <a:spcAft>
                <a:spcPts val="0"/>
              </a:spcAft>
              <a:buSzPts val="1400"/>
              <a:buNone/>
              <a:defRPr/>
            </a:lvl4pPr>
            <a:lvl5pPr lvl="4" algn="l">
              <a:lnSpc>
                <a:spcPct val="94000"/>
              </a:lnSpc>
              <a:spcBef>
                <a:spcPts val="0"/>
              </a:spcBef>
              <a:spcAft>
                <a:spcPts val="0"/>
              </a:spcAft>
              <a:buSzPts val="1400"/>
              <a:buNone/>
              <a:defRPr/>
            </a:lvl5pPr>
            <a:lvl6pPr lvl="5" algn="l">
              <a:lnSpc>
                <a:spcPct val="94000"/>
              </a:lnSpc>
              <a:spcBef>
                <a:spcPts val="0"/>
              </a:spcBef>
              <a:spcAft>
                <a:spcPts val="0"/>
              </a:spcAft>
              <a:buSzPts val="1400"/>
              <a:buNone/>
              <a:defRPr/>
            </a:lvl6pPr>
            <a:lvl7pPr lvl="6" algn="l">
              <a:lnSpc>
                <a:spcPct val="94000"/>
              </a:lnSpc>
              <a:spcBef>
                <a:spcPts val="0"/>
              </a:spcBef>
              <a:spcAft>
                <a:spcPts val="0"/>
              </a:spcAft>
              <a:buSzPts val="1400"/>
              <a:buNone/>
              <a:defRPr/>
            </a:lvl7pPr>
            <a:lvl8pPr lvl="7" algn="l">
              <a:lnSpc>
                <a:spcPct val="94000"/>
              </a:lnSpc>
              <a:spcBef>
                <a:spcPts val="0"/>
              </a:spcBef>
              <a:spcAft>
                <a:spcPts val="0"/>
              </a:spcAft>
              <a:buSzPts val="1400"/>
              <a:buNone/>
              <a:defRPr/>
            </a:lvl8pPr>
            <a:lvl9pPr lvl="8" algn="l">
              <a:lnSpc>
                <a:spcPct val="94000"/>
              </a:lnSpc>
              <a:spcBef>
                <a:spcPts val="0"/>
              </a:spcBef>
              <a:spcAft>
                <a:spcPts val="0"/>
              </a:spcAft>
              <a:buSzPts val="1400"/>
              <a:buNone/>
              <a:defRPr/>
            </a:lvl9pPr>
          </a:lstStyle>
          <a:p/>
        </p:txBody>
      </p:sp>
      <p:sp>
        <p:nvSpPr>
          <p:cNvPr id="25" name="Google Shape;25;p3"/>
          <p:cNvSpPr txBox="1"/>
          <p:nvPr>
            <p:ph idx="1" type="body"/>
          </p:nvPr>
        </p:nvSpPr>
        <p:spPr>
          <a:xfrm>
            <a:off x="503237" y="1800225"/>
            <a:ext cx="9070975" cy="4383087"/>
          </a:xfrm>
          <a:prstGeom prst="rect">
            <a:avLst/>
          </a:prstGeom>
          <a:noFill/>
          <a:ln>
            <a:noFill/>
          </a:ln>
        </p:spPr>
        <p:txBody>
          <a:bodyPr anchorCtr="0" anchor="t" bIns="0" lIns="0" spcFirstLastPara="1" rIns="0" wrap="square" tIns="19650">
            <a:noAutofit/>
          </a:bodyPr>
          <a:lstStyle>
            <a:lvl1pPr indent="-228600" lvl="0" marL="457200" algn="l">
              <a:lnSpc>
                <a:spcPct val="94000"/>
              </a:lnSpc>
              <a:spcBef>
                <a:spcPts val="0"/>
              </a:spcBef>
              <a:spcAft>
                <a:spcPts val="0"/>
              </a:spcAft>
              <a:buSzPts val="1400"/>
              <a:buNone/>
              <a:defRPr/>
            </a:lvl1pPr>
            <a:lvl2pPr indent="-228600" lvl="1" marL="914400" algn="l">
              <a:lnSpc>
                <a:spcPct val="94000"/>
              </a:lnSpc>
              <a:spcBef>
                <a:spcPts val="1400"/>
              </a:spcBef>
              <a:spcAft>
                <a:spcPts val="0"/>
              </a:spcAft>
              <a:buSzPts val="1400"/>
              <a:buNone/>
              <a:defRPr/>
            </a:lvl2pPr>
            <a:lvl3pPr indent="-228600" lvl="2" marL="1371600" algn="l">
              <a:lnSpc>
                <a:spcPct val="94000"/>
              </a:lnSpc>
              <a:spcBef>
                <a:spcPts val="1100"/>
              </a:spcBef>
              <a:spcAft>
                <a:spcPts val="0"/>
              </a:spcAft>
              <a:buSzPts val="1400"/>
              <a:buNone/>
              <a:defRPr/>
            </a:lvl3pPr>
            <a:lvl4pPr indent="-228600" lvl="3" marL="1828800" algn="l">
              <a:lnSpc>
                <a:spcPct val="94000"/>
              </a:lnSpc>
              <a:spcBef>
                <a:spcPts val="800"/>
              </a:spcBef>
              <a:spcAft>
                <a:spcPts val="0"/>
              </a:spcAft>
              <a:buSzPts val="1400"/>
              <a:buNone/>
              <a:defRPr/>
            </a:lvl4pPr>
            <a:lvl5pPr indent="-228600" lvl="4" marL="2286000" algn="l">
              <a:lnSpc>
                <a:spcPct val="94000"/>
              </a:lnSpc>
              <a:spcBef>
                <a:spcPts val="500"/>
              </a:spcBef>
              <a:spcAft>
                <a:spcPts val="0"/>
              </a:spcAft>
              <a:buSzPts val="1400"/>
              <a:buNone/>
              <a:defRPr/>
            </a:lvl5pPr>
            <a:lvl6pPr indent="-228600" lvl="5" marL="2743200" algn="l">
              <a:lnSpc>
                <a:spcPct val="94000"/>
              </a:lnSpc>
              <a:spcBef>
                <a:spcPts val="200"/>
              </a:spcBef>
              <a:spcAft>
                <a:spcPts val="0"/>
              </a:spcAft>
              <a:buSzPts val="1400"/>
              <a:buNone/>
              <a:defRPr/>
            </a:lvl6pPr>
            <a:lvl7pPr indent="-228600" lvl="6" marL="3200400" algn="l">
              <a:lnSpc>
                <a:spcPct val="94000"/>
              </a:lnSpc>
              <a:spcBef>
                <a:spcPts val="200"/>
              </a:spcBef>
              <a:spcAft>
                <a:spcPts val="0"/>
              </a:spcAft>
              <a:buSzPts val="1400"/>
              <a:buNone/>
              <a:defRPr/>
            </a:lvl7pPr>
            <a:lvl8pPr indent="-228600" lvl="7" marL="3657600" algn="l">
              <a:lnSpc>
                <a:spcPct val="94000"/>
              </a:lnSpc>
              <a:spcBef>
                <a:spcPts val="200"/>
              </a:spcBef>
              <a:spcAft>
                <a:spcPts val="0"/>
              </a:spcAft>
              <a:buSzPts val="1400"/>
              <a:buNone/>
              <a:defRPr/>
            </a:lvl8pPr>
            <a:lvl9pPr indent="-228600" lvl="8" marL="4114800" algn="l">
              <a:lnSpc>
                <a:spcPct val="94000"/>
              </a:lnSpc>
              <a:spcBef>
                <a:spcPts val="200"/>
              </a:spcBef>
              <a:spcAft>
                <a:spcPts val="200"/>
              </a:spcAft>
              <a:buSzPts val="1400"/>
              <a:buNone/>
              <a:defRPr/>
            </a:lvl9pPr>
          </a:lstStyle>
          <a:p/>
        </p:txBody>
      </p:sp>
      <p:sp>
        <p:nvSpPr>
          <p:cNvPr id="26" name="Google Shape;26;p3"/>
          <p:cNvSpPr txBox="1"/>
          <p:nvPr>
            <p:ph idx="10" type="dt"/>
          </p:nvPr>
        </p:nvSpPr>
        <p:spPr>
          <a:xfrm>
            <a:off x="503237" y="6886575"/>
            <a:ext cx="2346325" cy="519112"/>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4000"/>
              </a:lnSpc>
              <a:spcBef>
                <a:spcPts val="0"/>
              </a:spcBef>
              <a:spcAft>
                <a:spcPts val="0"/>
              </a:spcAft>
              <a:buSzPts val="1400"/>
              <a:buNone/>
              <a:defRPr/>
            </a:lvl2pPr>
            <a:lvl3pPr lvl="2" algn="l">
              <a:lnSpc>
                <a:spcPct val="94000"/>
              </a:lnSpc>
              <a:spcBef>
                <a:spcPts val="0"/>
              </a:spcBef>
              <a:spcAft>
                <a:spcPts val="0"/>
              </a:spcAft>
              <a:buSzPts val="1400"/>
              <a:buNone/>
              <a:defRPr/>
            </a:lvl3pPr>
            <a:lvl4pPr lvl="3" algn="l">
              <a:lnSpc>
                <a:spcPct val="94000"/>
              </a:lnSpc>
              <a:spcBef>
                <a:spcPts val="0"/>
              </a:spcBef>
              <a:spcAft>
                <a:spcPts val="0"/>
              </a:spcAft>
              <a:buSzPts val="1400"/>
              <a:buNone/>
              <a:defRPr/>
            </a:lvl4pPr>
            <a:lvl5pPr lvl="4" algn="l">
              <a:lnSpc>
                <a:spcPct val="94000"/>
              </a:lnSpc>
              <a:spcBef>
                <a:spcPts val="0"/>
              </a:spcBef>
              <a:spcAft>
                <a:spcPts val="0"/>
              </a:spcAft>
              <a:buSzPts val="1400"/>
              <a:buNone/>
              <a:defRPr/>
            </a:lvl5pPr>
            <a:lvl6pPr lvl="5" algn="l">
              <a:lnSpc>
                <a:spcPct val="94000"/>
              </a:lnSpc>
              <a:spcBef>
                <a:spcPts val="0"/>
              </a:spcBef>
              <a:spcAft>
                <a:spcPts val="0"/>
              </a:spcAft>
              <a:buSzPts val="1400"/>
              <a:buNone/>
              <a:defRPr/>
            </a:lvl6pPr>
            <a:lvl7pPr lvl="6" algn="l">
              <a:lnSpc>
                <a:spcPct val="94000"/>
              </a:lnSpc>
              <a:spcBef>
                <a:spcPts val="0"/>
              </a:spcBef>
              <a:spcAft>
                <a:spcPts val="0"/>
              </a:spcAft>
              <a:buSzPts val="1400"/>
              <a:buNone/>
              <a:defRPr/>
            </a:lvl7pPr>
            <a:lvl8pPr lvl="7" algn="l">
              <a:lnSpc>
                <a:spcPct val="94000"/>
              </a:lnSpc>
              <a:spcBef>
                <a:spcPts val="0"/>
              </a:spcBef>
              <a:spcAft>
                <a:spcPts val="0"/>
              </a:spcAft>
              <a:buSzPts val="1400"/>
              <a:buNone/>
              <a:defRPr/>
            </a:lvl8pPr>
            <a:lvl9pPr lvl="8" algn="l">
              <a:lnSpc>
                <a:spcPct val="94000"/>
              </a:lnSpc>
              <a:spcBef>
                <a:spcPts val="0"/>
              </a:spcBef>
              <a:spcAft>
                <a:spcPts val="0"/>
              </a:spcAft>
              <a:buSzPts val="1400"/>
              <a:buNone/>
              <a:defRPr/>
            </a:lvl9pPr>
          </a:lstStyle>
          <a:p/>
        </p:txBody>
      </p:sp>
      <p:sp>
        <p:nvSpPr>
          <p:cNvPr id="27" name="Google Shape;27;p3"/>
          <p:cNvSpPr txBox="1"/>
          <p:nvPr>
            <p:ph idx="11" type="ftr"/>
          </p:nvPr>
        </p:nvSpPr>
        <p:spPr>
          <a:xfrm>
            <a:off x="3448050" y="6886575"/>
            <a:ext cx="3194050" cy="519112"/>
          </a:xfrm>
          <a:prstGeom prst="rect">
            <a:avLst/>
          </a:prstGeom>
          <a:noFill/>
          <a:ln>
            <a:noFill/>
          </a:ln>
        </p:spPr>
        <p:txBody>
          <a:bodyPr anchorCtr="0" anchor="t" bIns="0" lIns="0" spcFirstLastPara="1" rIns="0" wrap="square" tIns="0">
            <a:noAutofit/>
          </a:bodyPr>
          <a:lstStyle>
            <a:lvl1pPr lvl="0" algn="ctr">
              <a:lnSpc>
                <a:spcPct val="93000"/>
              </a:lnSpc>
              <a:spcBef>
                <a:spcPts val="0"/>
              </a:spcBef>
              <a:spcAft>
                <a:spcPts val="0"/>
              </a:spcAft>
              <a:buSzPts val="1400"/>
              <a:buNone/>
              <a:defRPr/>
            </a:lvl1pPr>
            <a:lvl2pPr lvl="1" algn="l">
              <a:lnSpc>
                <a:spcPct val="94000"/>
              </a:lnSpc>
              <a:spcBef>
                <a:spcPts val="0"/>
              </a:spcBef>
              <a:spcAft>
                <a:spcPts val="0"/>
              </a:spcAft>
              <a:buSzPts val="1400"/>
              <a:buNone/>
              <a:defRPr/>
            </a:lvl2pPr>
            <a:lvl3pPr lvl="2" algn="l">
              <a:lnSpc>
                <a:spcPct val="94000"/>
              </a:lnSpc>
              <a:spcBef>
                <a:spcPts val="0"/>
              </a:spcBef>
              <a:spcAft>
                <a:spcPts val="0"/>
              </a:spcAft>
              <a:buSzPts val="1400"/>
              <a:buNone/>
              <a:defRPr/>
            </a:lvl3pPr>
            <a:lvl4pPr lvl="3" algn="l">
              <a:lnSpc>
                <a:spcPct val="94000"/>
              </a:lnSpc>
              <a:spcBef>
                <a:spcPts val="0"/>
              </a:spcBef>
              <a:spcAft>
                <a:spcPts val="0"/>
              </a:spcAft>
              <a:buSzPts val="1400"/>
              <a:buNone/>
              <a:defRPr/>
            </a:lvl4pPr>
            <a:lvl5pPr lvl="4" algn="l">
              <a:lnSpc>
                <a:spcPct val="94000"/>
              </a:lnSpc>
              <a:spcBef>
                <a:spcPts val="0"/>
              </a:spcBef>
              <a:spcAft>
                <a:spcPts val="0"/>
              </a:spcAft>
              <a:buSzPts val="1400"/>
              <a:buNone/>
              <a:defRPr/>
            </a:lvl5pPr>
            <a:lvl6pPr lvl="5" algn="l">
              <a:lnSpc>
                <a:spcPct val="94000"/>
              </a:lnSpc>
              <a:spcBef>
                <a:spcPts val="0"/>
              </a:spcBef>
              <a:spcAft>
                <a:spcPts val="0"/>
              </a:spcAft>
              <a:buSzPts val="1400"/>
              <a:buNone/>
              <a:defRPr/>
            </a:lvl6pPr>
            <a:lvl7pPr lvl="6" algn="l">
              <a:lnSpc>
                <a:spcPct val="94000"/>
              </a:lnSpc>
              <a:spcBef>
                <a:spcPts val="0"/>
              </a:spcBef>
              <a:spcAft>
                <a:spcPts val="0"/>
              </a:spcAft>
              <a:buSzPts val="1400"/>
              <a:buNone/>
              <a:defRPr/>
            </a:lvl7pPr>
            <a:lvl8pPr lvl="7" algn="l">
              <a:lnSpc>
                <a:spcPct val="94000"/>
              </a:lnSpc>
              <a:spcBef>
                <a:spcPts val="0"/>
              </a:spcBef>
              <a:spcAft>
                <a:spcPts val="0"/>
              </a:spcAft>
              <a:buSzPts val="1400"/>
              <a:buNone/>
              <a:defRPr/>
            </a:lvl8pPr>
            <a:lvl9pPr lvl="8" algn="l">
              <a:lnSpc>
                <a:spcPct val="94000"/>
              </a:lnSpc>
              <a:spcBef>
                <a:spcPts val="0"/>
              </a:spcBef>
              <a:spcAft>
                <a:spcPts val="0"/>
              </a:spcAft>
              <a:buSzPts val="1400"/>
              <a:buNone/>
              <a:defRPr/>
            </a:lvl9pPr>
          </a:lstStyle>
          <a:p/>
        </p:txBody>
      </p:sp>
      <p:sp>
        <p:nvSpPr>
          <p:cNvPr id="28" name="Google Shape;28;p3"/>
          <p:cNvSpPr txBox="1"/>
          <p:nvPr>
            <p:ph idx="12" type="sldNum"/>
          </p:nvPr>
        </p:nvSpPr>
        <p:spPr>
          <a:xfrm>
            <a:off x="7226300" y="6886575"/>
            <a:ext cx="2346325" cy="519112"/>
          </a:xfrm>
          <a:prstGeom prst="rect">
            <a:avLst/>
          </a:prstGeom>
          <a:noFill/>
          <a:ln>
            <a:noFill/>
          </a:ln>
        </p:spPr>
        <p:txBody>
          <a:bodyPr anchorCtr="0" anchor="t" bIns="0" lIns="0" spcFirstLastPara="1" rIns="0" wrap="square" tIns="0">
            <a:noAutofit/>
          </a:bodyPr>
          <a:lstStyle>
            <a:lvl1pPr indent="0" lvl="0" marL="0" algn="r">
              <a:lnSpc>
                <a:spcPct val="93000"/>
              </a:lnSpc>
              <a:spcBef>
                <a:spcPts val="0"/>
              </a:spcBef>
              <a:spcAft>
                <a:spcPts val="0"/>
              </a:spcAft>
              <a:buNone/>
              <a:defRPr sz="1400">
                <a:solidFill>
                  <a:srgbClr val="000000"/>
                </a:solidFill>
                <a:latin typeface="Times New Roman"/>
                <a:ea typeface="Times New Roman"/>
                <a:cs typeface="Times New Roman"/>
                <a:sym typeface="Times New Roman"/>
              </a:defRPr>
            </a:lvl1pPr>
            <a:lvl2pPr indent="0" lvl="1" marL="0" algn="r">
              <a:lnSpc>
                <a:spcPct val="93000"/>
              </a:lnSpc>
              <a:spcBef>
                <a:spcPts val="0"/>
              </a:spcBef>
              <a:spcAft>
                <a:spcPts val="0"/>
              </a:spcAft>
              <a:buNone/>
              <a:defRPr sz="1400">
                <a:solidFill>
                  <a:srgbClr val="000000"/>
                </a:solidFill>
                <a:latin typeface="Times New Roman"/>
                <a:ea typeface="Times New Roman"/>
                <a:cs typeface="Times New Roman"/>
                <a:sym typeface="Times New Roman"/>
              </a:defRPr>
            </a:lvl2pPr>
            <a:lvl3pPr indent="0" lvl="2" marL="0" algn="r">
              <a:lnSpc>
                <a:spcPct val="93000"/>
              </a:lnSpc>
              <a:spcBef>
                <a:spcPts val="0"/>
              </a:spcBef>
              <a:spcAft>
                <a:spcPts val="0"/>
              </a:spcAft>
              <a:buNone/>
              <a:defRPr sz="1400">
                <a:solidFill>
                  <a:srgbClr val="000000"/>
                </a:solidFill>
                <a:latin typeface="Times New Roman"/>
                <a:ea typeface="Times New Roman"/>
                <a:cs typeface="Times New Roman"/>
                <a:sym typeface="Times New Roman"/>
              </a:defRPr>
            </a:lvl3pPr>
            <a:lvl4pPr indent="0" lvl="3" marL="0" algn="r">
              <a:lnSpc>
                <a:spcPct val="93000"/>
              </a:lnSpc>
              <a:spcBef>
                <a:spcPts val="0"/>
              </a:spcBef>
              <a:spcAft>
                <a:spcPts val="0"/>
              </a:spcAft>
              <a:buNone/>
              <a:defRPr sz="1400">
                <a:solidFill>
                  <a:srgbClr val="000000"/>
                </a:solidFill>
                <a:latin typeface="Times New Roman"/>
                <a:ea typeface="Times New Roman"/>
                <a:cs typeface="Times New Roman"/>
                <a:sym typeface="Times New Roman"/>
              </a:defRPr>
            </a:lvl4pPr>
            <a:lvl5pPr indent="0" lvl="4" marL="0" algn="r">
              <a:lnSpc>
                <a:spcPct val="93000"/>
              </a:lnSpc>
              <a:spcBef>
                <a:spcPts val="0"/>
              </a:spcBef>
              <a:spcAft>
                <a:spcPts val="0"/>
              </a:spcAft>
              <a:buNone/>
              <a:defRPr sz="1400">
                <a:solidFill>
                  <a:srgbClr val="000000"/>
                </a:solidFill>
                <a:latin typeface="Times New Roman"/>
                <a:ea typeface="Times New Roman"/>
                <a:cs typeface="Times New Roman"/>
                <a:sym typeface="Times New Roman"/>
              </a:defRPr>
            </a:lvl5pPr>
            <a:lvl6pPr indent="0" lvl="5" marL="0" algn="r">
              <a:lnSpc>
                <a:spcPct val="93000"/>
              </a:lnSpc>
              <a:spcBef>
                <a:spcPts val="0"/>
              </a:spcBef>
              <a:spcAft>
                <a:spcPts val="0"/>
              </a:spcAft>
              <a:buNone/>
              <a:defRPr sz="1400">
                <a:solidFill>
                  <a:srgbClr val="000000"/>
                </a:solidFill>
                <a:latin typeface="Times New Roman"/>
                <a:ea typeface="Times New Roman"/>
                <a:cs typeface="Times New Roman"/>
                <a:sym typeface="Times New Roman"/>
              </a:defRPr>
            </a:lvl6pPr>
            <a:lvl7pPr indent="0" lvl="6" marL="0" algn="r">
              <a:lnSpc>
                <a:spcPct val="93000"/>
              </a:lnSpc>
              <a:spcBef>
                <a:spcPts val="0"/>
              </a:spcBef>
              <a:spcAft>
                <a:spcPts val="0"/>
              </a:spcAft>
              <a:buNone/>
              <a:defRPr sz="1400">
                <a:solidFill>
                  <a:srgbClr val="000000"/>
                </a:solidFill>
                <a:latin typeface="Times New Roman"/>
                <a:ea typeface="Times New Roman"/>
                <a:cs typeface="Times New Roman"/>
                <a:sym typeface="Times New Roman"/>
              </a:defRPr>
            </a:lvl7pPr>
            <a:lvl8pPr indent="0" lvl="7" marL="0" algn="r">
              <a:lnSpc>
                <a:spcPct val="93000"/>
              </a:lnSpc>
              <a:spcBef>
                <a:spcPts val="0"/>
              </a:spcBef>
              <a:spcAft>
                <a:spcPts val="0"/>
              </a:spcAft>
              <a:buNone/>
              <a:defRPr sz="1400">
                <a:solidFill>
                  <a:srgbClr val="000000"/>
                </a:solidFill>
                <a:latin typeface="Times New Roman"/>
                <a:ea typeface="Times New Roman"/>
                <a:cs typeface="Times New Roman"/>
                <a:sym typeface="Times New Roman"/>
              </a:defRPr>
            </a:lvl8pPr>
            <a:lvl9pPr indent="0" lvl="8" marL="0" algn="r">
              <a:lnSpc>
                <a:spcPct val="93000"/>
              </a:lnSpc>
              <a:spcBef>
                <a:spcPts val="0"/>
              </a:spcBef>
              <a:spcAft>
                <a:spcPts val="0"/>
              </a:spcAft>
              <a:buNone/>
              <a:defRPr sz="1400">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 name="Shape 10"/>
        <p:cNvGrpSpPr/>
        <p:nvPr/>
      </p:nvGrpSpPr>
      <p:grpSpPr>
        <a:xfrm>
          <a:off x="0" y="0"/>
          <a:ext cx="0" cy="0"/>
          <a:chOff x="0" y="0"/>
          <a:chExt cx="0" cy="0"/>
        </a:xfrm>
      </p:grpSpPr>
      <p:pic>
        <p:nvPicPr>
          <p:cNvPr id="11" name="Google Shape;11;p1"/>
          <p:cNvPicPr preferRelativeResize="0"/>
          <p:nvPr/>
        </p:nvPicPr>
        <p:blipFill rotWithShape="1">
          <a:blip r:embed="rId1">
            <a:alphaModFix/>
          </a:blip>
          <a:srcRect b="0" l="0" r="0" t="0"/>
          <a:stretch/>
        </p:blipFill>
        <p:spPr>
          <a:xfrm>
            <a:off x="0" y="0"/>
            <a:ext cx="10079037" cy="7559675"/>
          </a:xfrm>
          <a:prstGeom prst="rect">
            <a:avLst/>
          </a:prstGeom>
          <a:noFill/>
          <a:ln>
            <a:noFill/>
          </a:ln>
        </p:spPr>
      </p:pic>
      <p:sp>
        <p:nvSpPr>
          <p:cNvPr id="12" name="Google Shape;12;p1"/>
          <p:cNvSpPr txBox="1"/>
          <p:nvPr>
            <p:ph type="title"/>
          </p:nvPr>
        </p:nvSpPr>
        <p:spPr>
          <a:xfrm>
            <a:off x="503237" y="576262"/>
            <a:ext cx="7197725" cy="719137"/>
          </a:xfrm>
          <a:prstGeom prst="rect">
            <a:avLst/>
          </a:prstGeom>
          <a:noFill/>
          <a:ln>
            <a:noFill/>
          </a:ln>
        </p:spPr>
        <p:txBody>
          <a:bodyPr anchorCtr="0" anchor="ctr" bIns="0" lIns="0" spcFirstLastPara="1" rIns="0" wrap="square" tIns="0">
            <a:noAutofit/>
          </a:bodyPr>
          <a:lstStyle>
            <a:lvl1pPr lvl="0" marR="0" rtl="0" algn="l">
              <a:lnSpc>
                <a:spcPct val="94000"/>
              </a:lnSpc>
              <a:spcBef>
                <a:spcPts val="0"/>
              </a:spcBef>
              <a:spcAft>
                <a:spcPts val="0"/>
              </a:spcAft>
              <a:buSzPts val="1400"/>
              <a:buNone/>
              <a:defRPr b="0" i="0" sz="3600" u="none" cap="none" strike="noStrike">
                <a:solidFill>
                  <a:srgbClr val="000000"/>
                </a:solidFill>
                <a:latin typeface="Arial"/>
                <a:ea typeface="Arial"/>
                <a:cs typeface="Arial"/>
                <a:sym typeface="Arial"/>
              </a:defRPr>
            </a:lvl1pPr>
            <a:lvl2pPr lvl="1" marR="0" rtl="0" algn="l">
              <a:lnSpc>
                <a:spcPct val="94000"/>
              </a:lnSpc>
              <a:spcBef>
                <a:spcPts val="0"/>
              </a:spcBef>
              <a:spcAft>
                <a:spcPts val="0"/>
              </a:spcAft>
              <a:buSzPts val="1400"/>
              <a:buNone/>
              <a:defRPr b="0" i="0" sz="3600" u="none" cap="none" strike="noStrike">
                <a:solidFill>
                  <a:srgbClr val="000000"/>
                </a:solidFill>
                <a:latin typeface="Arial"/>
                <a:ea typeface="Arial"/>
                <a:cs typeface="Arial"/>
                <a:sym typeface="Arial"/>
              </a:defRPr>
            </a:lvl2pPr>
            <a:lvl3pPr lvl="2" marR="0" rtl="0" algn="l">
              <a:lnSpc>
                <a:spcPct val="94000"/>
              </a:lnSpc>
              <a:spcBef>
                <a:spcPts val="0"/>
              </a:spcBef>
              <a:spcAft>
                <a:spcPts val="0"/>
              </a:spcAft>
              <a:buSzPts val="1400"/>
              <a:buNone/>
              <a:defRPr b="0" i="0" sz="3600" u="none" cap="none" strike="noStrike">
                <a:solidFill>
                  <a:srgbClr val="000000"/>
                </a:solidFill>
                <a:latin typeface="Arial"/>
                <a:ea typeface="Arial"/>
                <a:cs typeface="Arial"/>
                <a:sym typeface="Arial"/>
              </a:defRPr>
            </a:lvl3pPr>
            <a:lvl4pPr lvl="3" marR="0" rtl="0" algn="l">
              <a:lnSpc>
                <a:spcPct val="94000"/>
              </a:lnSpc>
              <a:spcBef>
                <a:spcPts val="0"/>
              </a:spcBef>
              <a:spcAft>
                <a:spcPts val="0"/>
              </a:spcAft>
              <a:buSzPts val="1400"/>
              <a:buNone/>
              <a:defRPr b="0" i="0" sz="3600" u="none" cap="none" strike="noStrike">
                <a:solidFill>
                  <a:srgbClr val="000000"/>
                </a:solidFill>
                <a:latin typeface="Arial"/>
                <a:ea typeface="Arial"/>
                <a:cs typeface="Arial"/>
                <a:sym typeface="Arial"/>
              </a:defRPr>
            </a:lvl4pPr>
            <a:lvl5pPr lvl="4" marR="0" rtl="0" algn="l">
              <a:lnSpc>
                <a:spcPct val="94000"/>
              </a:lnSpc>
              <a:spcBef>
                <a:spcPts val="0"/>
              </a:spcBef>
              <a:spcAft>
                <a:spcPts val="0"/>
              </a:spcAft>
              <a:buSzPts val="1400"/>
              <a:buNone/>
              <a:defRPr b="0" i="0" sz="3600" u="none" cap="none" strike="noStrike">
                <a:solidFill>
                  <a:srgbClr val="000000"/>
                </a:solidFill>
                <a:latin typeface="Arial"/>
                <a:ea typeface="Arial"/>
                <a:cs typeface="Arial"/>
                <a:sym typeface="Arial"/>
              </a:defRPr>
            </a:lvl5pPr>
            <a:lvl6pPr lvl="5" marR="0" rtl="0" algn="l">
              <a:lnSpc>
                <a:spcPct val="94000"/>
              </a:lnSpc>
              <a:spcBef>
                <a:spcPts val="0"/>
              </a:spcBef>
              <a:spcAft>
                <a:spcPts val="0"/>
              </a:spcAft>
              <a:buSzPts val="1400"/>
              <a:buNone/>
              <a:defRPr b="0" i="0" sz="3600" u="none" cap="none" strike="noStrike">
                <a:solidFill>
                  <a:srgbClr val="000000"/>
                </a:solidFill>
                <a:latin typeface="Arial"/>
                <a:ea typeface="Arial"/>
                <a:cs typeface="Arial"/>
                <a:sym typeface="Arial"/>
              </a:defRPr>
            </a:lvl6pPr>
            <a:lvl7pPr lvl="6" marR="0" rtl="0" algn="l">
              <a:lnSpc>
                <a:spcPct val="94000"/>
              </a:lnSpc>
              <a:spcBef>
                <a:spcPts val="0"/>
              </a:spcBef>
              <a:spcAft>
                <a:spcPts val="0"/>
              </a:spcAft>
              <a:buSzPts val="1400"/>
              <a:buNone/>
              <a:defRPr b="0" i="0" sz="3600" u="none" cap="none" strike="noStrike">
                <a:solidFill>
                  <a:srgbClr val="000000"/>
                </a:solidFill>
                <a:latin typeface="Arial"/>
                <a:ea typeface="Arial"/>
                <a:cs typeface="Arial"/>
                <a:sym typeface="Arial"/>
              </a:defRPr>
            </a:lvl7pPr>
            <a:lvl8pPr lvl="7" marR="0" rtl="0" algn="l">
              <a:lnSpc>
                <a:spcPct val="94000"/>
              </a:lnSpc>
              <a:spcBef>
                <a:spcPts val="0"/>
              </a:spcBef>
              <a:spcAft>
                <a:spcPts val="0"/>
              </a:spcAft>
              <a:buSzPts val="1400"/>
              <a:buNone/>
              <a:defRPr b="0" i="0" sz="3600" u="none" cap="none" strike="noStrike">
                <a:solidFill>
                  <a:srgbClr val="000000"/>
                </a:solidFill>
                <a:latin typeface="Arial"/>
                <a:ea typeface="Arial"/>
                <a:cs typeface="Arial"/>
                <a:sym typeface="Arial"/>
              </a:defRPr>
            </a:lvl8pPr>
            <a:lvl9pPr lvl="8" marR="0" rtl="0" algn="l">
              <a:lnSpc>
                <a:spcPct val="94000"/>
              </a:lnSpc>
              <a:spcBef>
                <a:spcPts val="0"/>
              </a:spcBef>
              <a:spcAft>
                <a:spcPts val="0"/>
              </a:spcAft>
              <a:buSzPts val="1400"/>
              <a:buNone/>
              <a:defRPr b="0" i="0" sz="3600" u="none" cap="none" strike="noStrike">
                <a:solidFill>
                  <a:srgbClr val="000000"/>
                </a:solidFill>
                <a:latin typeface="Arial"/>
                <a:ea typeface="Arial"/>
                <a:cs typeface="Arial"/>
                <a:sym typeface="Arial"/>
              </a:defRPr>
            </a:lvl9pPr>
          </a:lstStyle>
          <a:p/>
        </p:txBody>
      </p:sp>
      <p:sp>
        <p:nvSpPr>
          <p:cNvPr id="13" name="Google Shape;13;p1"/>
          <p:cNvSpPr txBox="1"/>
          <p:nvPr>
            <p:ph idx="1" type="body"/>
          </p:nvPr>
        </p:nvSpPr>
        <p:spPr>
          <a:xfrm>
            <a:off x="503237" y="1800225"/>
            <a:ext cx="9070975" cy="4383087"/>
          </a:xfrm>
          <a:prstGeom prst="rect">
            <a:avLst/>
          </a:prstGeom>
          <a:noFill/>
          <a:ln>
            <a:noFill/>
          </a:ln>
        </p:spPr>
        <p:txBody>
          <a:bodyPr anchorCtr="0" anchor="t" bIns="0" lIns="0" spcFirstLastPara="1" rIns="0" wrap="square" tIns="19650">
            <a:noAutofit/>
          </a:bodyPr>
          <a:lstStyle>
            <a:lvl1pPr indent="-228600" lvl="0" marL="457200" marR="0" rtl="0" algn="l">
              <a:lnSpc>
                <a:spcPct val="94000"/>
              </a:lnSpc>
              <a:spcBef>
                <a:spcPts val="0"/>
              </a:spcBef>
              <a:spcAft>
                <a:spcPts val="0"/>
              </a:spcAft>
              <a:buSzPts val="1400"/>
              <a:buNone/>
              <a:defRPr b="0" i="0" sz="2600" u="none" cap="none" strike="noStrike">
                <a:solidFill>
                  <a:srgbClr val="000000"/>
                </a:solidFill>
                <a:latin typeface="Arial"/>
                <a:ea typeface="Arial"/>
                <a:cs typeface="Arial"/>
                <a:sym typeface="Arial"/>
              </a:defRPr>
            </a:lvl1pPr>
            <a:lvl2pPr indent="-228600" lvl="1" marL="914400" marR="0" rtl="0" algn="l">
              <a:lnSpc>
                <a:spcPct val="94000"/>
              </a:lnSpc>
              <a:spcBef>
                <a:spcPts val="1400"/>
              </a:spcBef>
              <a:spcAft>
                <a:spcPts val="0"/>
              </a:spcAft>
              <a:buSzPts val="1400"/>
              <a:buNone/>
              <a:defRPr b="0" i="0" sz="2600" u="none" cap="none" strike="noStrike">
                <a:solidFill>
                  <a:srgbClr val="000000"/>
                </a:solidFill>
                <a:latin typeface="Arial"/>
                <a:ea typeface="Arial"/>
                <a:cs typeface="Arial"/>
                <a:sym typeface="Arial"/>
              </a:defRPr>
            </a:lvl2pPr>
            <a:lvl3pPr indent="-228600" lvl="2" marL="1371600" marR="0" rtl="0" algn="l">
              <a:lnSpc>
                <a:spcPct val="94000"/>
              </a:lnSpc>
              <a:spcBef>
                <a:spcPts val="1100"/>
              </a:spcBef>
              <a:spcAft>
                <a:spcPts val="0"/>
              </a:spcAft>
              <a:buSzPts val="1400"/>
              <a:buNone/>
              <a:defRPr b="0" i="0" sz="2600" u="none" cap="none" strike="noStrike">
                <a:solidFill>
                  <a:srgbClr val="000000"/>
                </a:solidFill>
                <a:latin typeface="Arial"/>
                <a:ea typeface="Arial"/>
                <a:cs typeface="Arial"/>
                <a:sym typeface="Arial"/>
              </a:defRPr>
            </a:lvl3pPr>
            <a:lvl4pPr indent="-228600" lvl="3" marL="1828800" marR="0" rtl="0" algn="l">
              <a:lnSpc>
                <a:spcPct val="94000"/>
              </a:lnSpc>
              <a:spcBef>
                <a:spcPts val="800"/>
              </a:spcBef>
              <a:spcAft>
                <a:spcPts val="0"/>
              </a:spcAft>
              <a:buSzPts val="1400"/>
              <a:buNone/>
              <a:defRPr b="0" i="0" sz="2600" u="none" cap="none" strike="noStrike">
                <a:solidFill>
                  <a:srgbClr val="000000"/>
                </a:solidFill>
                <a:latin typeface="Arial"/>
                <a:ea typeface="Arial"/>
                <a:cs typeface="Arial"/>
                <a:sym typeface="Arial"/>
              </a:defRPr>
            </a:lvl4pPr>
            <a:lvl5pPr indent="-228600" lvl="4" marL="2286000" marR="0" rtl="0" algn="l">
              <a:lnSpc>
                <a:spcPct val="94000"/>
              </a:lnSpc>
              <a:spcBef>
                <a:spcPts val="500"/>
              </a:spcBef>
              <a:spcAft>
                <a:spcPts val="0"/>
              </a:spcAft>
              <a:buSzPts val="1400"/>
              <a:buNone/>
              <a:defRPr b="0" i="0" sz="2600" u="none" cap="none" strike="noStrike">
                <a:solidFill>
                  <a:srgbClr val="000000"/>
                </a:solidFill>
                <a:latin typeface="Arial"/>
                <a:ea typeface="Arial"/>
                <a:cs typeface="Arial"/>
                <a:sym typeface="Arial"/>
              </a:defRPr>
            </a:lvl5pPr>
            <a:lvl6pPr indent="-228600" lvl="5" marL="2743200" marR="0" rtl="0" algn="l">
              <a:lnSpc>
                <a:spcPct val="94000"/>
              </a:lnSpc>
              <a:spcBef>
                <a:spcPts val="200"/>
              </a:spcBef>
              <a:spcAft>
                <a:spcPts val="0"/>
              </a:spcAft>
              <a:buSzPts val="1400"/>
              <a:buNone/>
              <a:defRPr b="0" i="0" sz="2600" u="none" cap="none" strike="noStrike">
                <a:solidFill>
                  <a:srgbClr val="000000"/>
                </a:solidFill>
                <a:latin typeface="Arial"/>
                <a:ea typeface="Arial"/>
                <a:cs typeface="Arial"/>
                <a:sym typeface="Arial"/>
              </a:defRPr>
            </a:lvl6pPr>
            <a:lvl7pPr indent="-228600" lvl="6" marL="3200400" marR="0" rtl="0" algn="l">
              <a:lnSpc>
                <a:spcPct val="94000"/>
              </a:lnSpc>
              <a:spcBef>
                <a:spcPts val="200"/>
              </a:spcBef>
              <a:spcAft>
                <a:spcPts val="0"/>
              </a:spcAft>
              <a:buSzPts val="1400"/>
              <a:buNone/>
              <a:defRPr b="0" i="0" sz="2600" u="none" cap="none" strike="noStrike">
                <a:solidFill>
                  <a:srgbClr val="000000"/>
                </a:solidFill>
                <a:latin typeface="Arial"/>
                <a:ea typeface="Arial"/>
                <a:cs typeface="Arial"/>
                <a:sym typeface="Arial"/>
              </a:defRPr>
            </a:lvl7pPr>
            <a:lvl8pPr indent="-228600" lvl="7" marL="3657600" marR="0" rtl="0" algn="l">
              <a:lnSpc>
                <a:spcPct val="94000"/>
              </a:lnSpc>
              <a:spcBef>
                <a:spcPts val="200"/>
              </a:spcBef>
              <a:spcAft>
                <a:spcPts val="0"/>
              </a:spcAft>
              <a:buSzPts val="1400"/>
              <a:buNone/>
              <a:defRPr b="0" i="0" sz="2600" u="none" cap="none" strike="noStrike">
                <a:solidFill>
                  <a:srgbClr val="000000"/>
                </a:solidFill>
                <a:latin typeface="Arial"/>
                <a:ea typeface="Arial"/>
                <a:cs typeface="Arial"/>
                <a:sym typeface="Arial"/>
              </a:defRPr>
            </a:lvl8pPr>
            <a:lvl9pPr indent="-228600" lvl="8" marL="4114800" marR="0" rtl="0" algn="l">
              <a:lnSpc>
                <a:spcPct val="94000"/>
              </a:lnSpc>
              <a:spcBef>
                <a:spcPts val="200"/>
              </a:spcBef>
              <a:spcAft>
                <a:spcPts val="200"/>
              </a:spcAft>
              <a:buSzPts val="1400"/>
              <a:buNone/>
              <a:defRPr b="0" i="0" sz="2600" u="none" cap="none" strike="noStrike">
                <a:solidFill>
                  <a:srgbClr val="000000"/>
                </a:solidFill>
                <a:latin typeface="Arial"/>
                <a:ea typeface="Arial"/>
                <a:cs typeface="Arial"/>
                <a:sym typeface="Arial"/>
              </a:defRPr>
            </a:lvl9pPr>
          </a:lstStyle>
          <a:p/>
        </p:txBody>
      </p:sp>
      <p:sp>
        <p:nvSpPr>
          <p:cNvPr id="14" name="Google Shape;14;p1"/>
          <p:cNvSpPr txBox="1"/>
          <p:nvPr>
            <p:ph idx="10" type="dt"/>
          </p:nvPr>
        </p:nvSpPr>
        <p:spPr>
          <a:xfrm>
            <a:off x="503237" y="6886575"/>
            <a:ext cx="2346325" cy="519112"/>
          </a:xfrm>
          <a:prstGeom prst="rect">
            <a:avLst/>
          </a:prstGeom>
          <a:noFill/>
          <a:ln>
            <a:noFill/>
          </a:ln>
        </p:spPr>
        <p:txBody>
          <a:bodyPr anchorCtr="0" anchor="t" bIns="0" lIns="0" spcFirstLastPara="1" rIns="0" wrap="square" tIns="0">
            <a:noAutofit/>
          </a:bodyPr>
          <a:lstStyle>
            <a:lvl1pPr lvl="0" marR="0" rtl="0" algn="l">
              <a:lnSpc>
                <a:spcPct val="93000"/>
              </a:lnSpc>
              <a:spcBef>
                <a:spcPts val="0"/>
              </a:spcBef>
              <a:spcAft>
                <a:spcPts val="0"/>
              </a:spcAft>
              <a:buSzPts val="1400"/>
              <a:buNone/>
              <a:defRPr b="0" i="0" sz="1400" u="none">
                <a:solidFill>
                  <a:srgbClr val="000000"/>
                </a:solidFill>
                <a:latin typeface="Times New Roman"/>
                <a:ea typeface="Times New Roman"/>
                <a:cs typeface="Times New Roman"/>
                <a:sym typeface="Times New Roman"/>
              </a:defRPr>
            </a:lvl1pPr>
            <a:lvl2pPr lvl="1"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15" name="Google Shape;15;p1"/>
          <p:cNvSpPr txBox="1"/>
          <p:nvPr>
            <p:ph idx="11" type="ftr"/>
          </p:nvPr>
        </p:nvSpPr>
        <p:spPr>
          <a:xfrm>
            <a:off x="3448050" y="6886575"/>
            <a:ext cx="3194050" cy="519112"/>
          </a:xfrm>
          <a:prstGeom prst="rect">
            <a:avLst/>
          </a:prstGeom>
          <a:noFill/>
          <a:ln>
            <a:noFill/>
          </a:ln>
        </p:spPr>
        <p:txBody>
          <a:bodyPr anchorCtr="0" anchor="t" bIns="0" lIns="0" spcFirstLastPara="1" rIns="0" wrap="square" tIns="0">
            <a:noAutofit/>
          </a:bodyPr>
          <a:lstStyle>
            <a:lvl1pPr lvl="0" marR="0" rtl="0" algn="ctr">
              <a:lnSpc>
                <a:spcPct val="93000"/>
              </a:lnSpc>
              <a:spcBef>
                <a:spcPts val="0"/>
              </a:spcBef>
              <a:spcAft>
                <a:spcPts val="0"/>
              </a:spcAft>
              <a:buSzPts val="1400"/>
              <a:buNone/>
              <a:defRPr b="0" i="0" sz="1400" u="none">
                <a:solidFill>
                  <a:srgbClr val="000000"/>
                </a:solidFill>
                <a:latin typeface="Times New Roman"/>
                <a:ea typeface="Times New Roman"/>
                <a:cs typeface="Times New Roman"/>
                <a:sym typeface="Times New Roman"/>
              </a:defRPr>
            </a:lvl1pPr>
            <a:lvl2pPr lvl="1"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16" name="Google Shape;16;p1"/>
          <p:cNvSpPr txBox="1"/>
          <p:nvPr>
            <p:ph idx="12" type="sldNum"/>
          </p:nvPr>
        </p:nvSpPr>
        <p:spPr>
          <a:xfrm>
            <a:off x="7226300" y="6886575"/>
            <a:ext cx="2346325" cy="519112"/>
          </a:xfrm>
          <a:prstGeom prst="rect">
            <a:avLst/>
          </a:prstGeom>
          <a:noFill/>
          <a:ln>
            <a:noFill/>
          </a:ln>
        </p:spPr>
        <p:txBody>
          <a:bodyPr anchorCtr="0" anchor="t" bIns="0" lIns="0" spcFirstLastPara="1" rIns="0" wrap="square" tIns="0">
            <a:noAutofit/>
          </a:bodyPr>
          <a:lstStyle>
            <a:lvl1pPr indent="0" lvl="0" marL="0" marR="0" rtl="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1pPr>
            <a:lvl2pPr indent="0" lvl="1" marL="0" marR="0" rtl="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2pPr>
            <a:lvl3pPr indent="0" lvl="2" marL="0" marR="0" rtl="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3pPr>
            <a:lvl4pPr indent="0" lvl="3" marL="0" marR="0" rtl="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4pPr>
            <a:lvl5pPr indent="0" lvl="4" marL="0" marR="0" rtl="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5pPr>
            <a:lvl6pPr indent="0" lvl="5" marL="0" marR="0" rtl="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6pPr>
            <a:lvl7pPr indent="0" lvl="6" marL="0" marR="0" rtl="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7pPr>
            <a:lvl8pPr indent="0" lvl="7" marL="0" marR="0" rtl="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8pPr>
            <a:lvl9pPr indent="0" lvl="8" marL="0" marR="0" rtl="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 name="Shape 29"/>
        <p:cNvGrpSpPr/>
        <p:nvPr/>
      </p:nvGrpSpPr>
      <p:grpSpPr>
        <a:xfrm>
          <a:off x="0" y="0"/>
          <a:ext cx="0" cy="0"/>
          <a:chOff x="0" y="0"/>
          <a:chExt cx="0" cy="0"/>
        </a:xfrm>
      </p:grpSpPr>
      <p:sp>
        <p:nvSpPr>
          <p:cNvPr id="30" name="Google Shape;30;p4"/>
          <p:cNvSpPr txBox="1"/>
          <p:nvPr>
            <p:ph type="title"/>
          </p:nvPr>
        </p:nvSpPr>
        <p:spPr>
          <a:xfrm>
            <a:off x="503237" y="301625"/>
            <a:ext cx="9069387" cy="1260475"/>
          </a:xfrm>
          <a:prstGeom prst="rect">
            <a:avLst/>
          </a:prstGeom>
          <a:noFill/>
          <a:ln>
            <a:noFill/>
          </a:ln>
        </p:spPr>
        <p:txBody>
          <a:bodyPr anchorCtr="0" anchor="ctr" bIns="0" lIns="0" spcFirstLastPara="1" rIns="0" wrap="square" tIns="0">
            <a:noAutofit/>
          </a:bodyPr>
          <a:lstStyle>
            <a:lvl1pPr lvl="0" marR="0" rtl="0" algn="ctr">
              <a:lnSpc>
                <a:spcPct val="94000"/>
              </a:lnSpc>
              <a:spcBef>
                <a:spcPts val="0"/>
              </a:spcBef>
              <a:spcAft>
                <a:spcPts val="0"/>
              </a:spcAft>
              <a:buSzPts val="1400"/>
              <a:buNone/>
              <a:defRPr b="0" i="0" sz="4400" u="none" cap="none" strike="noStrike">
                <a:solidFill>
                  <a:srgbClr val="000000"/>
                </a:solidFill>
                <a:latin typeface="Arial"/>
                <a:ea typeface="Arial"/>
                <a:cs typeface="Arial"/>
                <a:sym typeface="Arial"/>
              </a:defRPr>
            </a:lvl1pPr>
            <a:lvl2pPr lvl="1" marR="0" rtl="0" algn="ctr">
              <a:lnSpc>
                <a:spcPct val="94000"/>
              </a:lnSpc>
              <a:spcBef>
                <a:spcPts val="0"/>
              </a:spcBef>
              <a:spcAft>
                <a:spcPts val="0"/>
              </a:spcAft>
              <a:buSzPts val="1400"/>
              <a:buNone/>
              <a:defRPr b="0" i="0" sz="4400" u="none" cap="none" strike="noStrike">
                <a:solidFill>
                  <a:srgbClr val="000000"/>
                </a:solidFill>
                <a:latin typeface="Arial"/>
                <a:ea typeface="Arial"/>
                <a:cs typeface="Arial"/>
                <a:sym typeface="Arial"/>
              </a:defRPr>
            </a:lvl2pPr>
            <a:lvl3pPr lvl="2" marR="0" rtl="0" algn="ctr">
              <a:lnSpc>
                <a:spcPct val="94000"/>
              </a:lnSpc>
              <a:spcBef>
                <a:spcPts val="0"/>
              </a:spcBef>
              <a:spcAft>
                <a:spcPts val="0"/>
              </a:spcAft>
              <a:buSzPts val="1400"/>
              <a:buNone/>
              <a:defRPr b="0" i="0" sz="4400" u="none" cap="none" strike="noStrike">
                <a:solidFill>
                  <a:srgbClr val="000000"/>
                </a:solidFill>
                <a:latin typeface="Arial"/>
                <a:ea typeface="Arial"/>
                <a:cs typeface="Arial"/>
                <a:sym typeface="Arial"/>
              </a:defRPr>
            </a:lvl3pPr>
            <a:lvl4pPr lvl="3" marR="0" rtl="0" algn="ctr">
              <a:lnSpc>
                <a:spcPct val="94000"/>
              </a:lnSpc>
              <a:spcBef>
                <a:spcPts val="0"/>
              </a:spcBef>
              <a:spcAft>
                <a:spcPts val="0"/>
              </a:spcAft>
              <a:buSzPts val="1400"/>
              <a:buNone/>
              <a:defRPr b="0" i="0" sz="4400" u="none" cap="none" strike="noStrike">
                <a:solidFill>
                  <a:srgbClr val="000000"/>
                </a:solidFill>
                <a:latin typeface="Arial"/>
                <a:ea typeface="Arial"/>
                <a:cs typeface="Arial"/>
                <a:sym typeface="Arial"/>
              </a:defRPr>
            </a:lvl4pPr>
            <a:lvl5pPr lvl="4" marR="0" rtl="0" algn="ctr">
              <a:lnSpc>
                <a:spcPct val="94000"/>
              </a:lnSpc>
              <a:spcBef>
                <a:spcPts val="0"/>
              </a:spcBef>
              <a:spcAft>
                <a:spcPts val="0"/>
              </a:spcAft>
              <a:buSzPts val="1400"/>
              <a:buNone/>
              <a:defRPr b="0" i="0" sz="4400" u="none" cap="none" strike="noStrike">
                <a:solidFill>
                  <a:srgbClr val="000000"/>
                </a:solidFill>
                <a:latin typeface="Arial"/>
                <a:ea typeface="Arial"/>
                <a:cs typeface="Arial"/>
                <a:sym typeface="Arial"/>
              </a:defRPr>
            </a:lvl5pPr>
            <a:lvl6pPr lvl="5" marR="0" rtl="0" algn="ctr">
              <a:lnSpc>
                <a:spcPct val="94000"/>
              </a:lnSpc>
              <a:spcBef>
                <a:spcPts val="0"/>
              </a:spcBef>
              <a:spcAft>
                <a:spcPts val="0"/>
              </a:spcAft>
              <a:buSzPts val="1400"/>
              <a:buNone/>
              <a:defRPr b="0" i="0" sz="4400" u="none" cap="none" strike="noStrike">
                <a:solidFill>
                  <a:srgbClr val="000000"/>
                </a:solidFill>
                <a:latin typeface="Arial"/>
                <a:ea typeface="Arial"/>
                <a:cs typeface="Arial"/>
                <a:sym typeface="Arial"/>
              </a:defRPr>
            </a:lvl6pPr>
            <a:lvl7pPr lvl="6" marR="0" rtl="0" algn="ctr">
              <a:lnSpc>
                <a:spcPct val="94000"/>
              </a:lnSpc>
              <a:spcBef>
                <a:spcPts val="0"/>
              </a:spcBef>
              <a:spcAft>
                <a:spcPts val="0"/>
              </a:spcAft>
              <a:buSzPts val="1400"/>
              <a:buNone/>
              <a:defRPr b="0" i="0" sz="4400" u="none" cap="none" strike="noStrike">
                <a:solidFill>
                  <a:srgbClr val="000000"/>
                </a:solidFill>
                <a:latin typeface="Arial"/>
                <a:ea typeface="Arial"/>
                <a:cs typeface="Arial"/>
                <a:sym typeface="Arial"/>
              </a:defRPr>
            </a:lvl7pPr>
            <a:lvl8pPr lvl="7" marR="0" rtl="0" algn="ctr">
              <a:lnSpc>
                <a:spcPct val="94000"/>
              </a:lnSpc>
              <a:spcBef>
                <a:spcPts val="0"/>
              </a:spcBef>
              <a:spcAft>
                <a:spcPts val="0"/>
              </a:spcAft>
              <a:buSzPts val="1400"/>
              <a:buNone/>
              <a:defRPr b="0" i="0" sz="4400" u="none" cap="none" strike="noStrike">
                <a:solidFill>
                  <a:srgbClr val="000000"/>
                </a:solidFill>
                <a:latin typeface="Arial"/>
                <a:ea typeface="Arial"/>
                <a:cs typeface="Arial"/>
                <a:sym typeface="Arial"/>
              </a:defRPr>
            </a:lvl8pPr>
            <a:lvl9pPr lvl="8" marR="0" rtl="0" algn="ctr">
              <a:lnSpc>
                <a:spcPct val="94000"/>
              </a:lnSpc>
              <a:spcBef>
                <a:spcPts val="0"/>
              </a:spcBef>
              <a:spcAft>
                <a:spcPts val="0"/>
              </a:spcAft>
              <a:buSzPts val="1400"/>
              <a:buNone/>
              <a:defRPr b="0" i="0" sz="4400" u="none" cap="none" strike="noStrike">
                <a:solidFill>
                  <a:srgbClr val="000000"/>
                </a:solidFill>
                <a:latin typeface="Arial"/>
                <a:ea typeface="Arial"/>
                <a:cs typeface="Arial"/>
                <a:sym typeface="Arial"/>
              </a:defRPr>
            </a:lvl9pPr>
          </a:lstStyle>
          <a:p/>
        </p:txBody>
      </p:sp>
      <p:sp>
        <p:nvSpPr>
          <p:cNvPr id="31" name="Google Shape;31;p4"/>
          <p:cNvSpPr txBox="1"/>
          <p:nvPr>
            <p:ph idx="1" type="body"/>
          </p:nvPr>
        </p:nvSpPr>
        <p:spPr>
          <a:xfrm>
            <a:off x="503237" y="1768475"/>
            <a:ext cx="9069387" cy="4383087"/>
          </a:xfrm>
          <a:prstGeom prst="rect">
            <a:avLst/>
          </a:prstGeom>
          <a:noFill/>
          <a:ln>
            <a:noFill/>
          </a:ln>
        </p:spPr>
        <p:txBody>
          <a:bodyPr anchorCtr="0" anchor="t" bIns="0" lIns="0" spcFirstLastPara="1" rIns="0" wrap="square" tIns="24175">
            <a:noAutofit/>
          </a:bodyPr>
          <a:lstStyle>
            <a:lvl1pPr indent="-228600" lvl="0" marL="457200" marR="0" rtl="0" algn="l">
              <a:lnSpc>
                <a:spcPct val="94000"/>
              </a:lnSpc>
              <a:spcBef>
                <a:spcPts val="0"/>
              </a:spcBef>
              <a:spcAft>
                <a:spcPts val="0"/>
              </a:spcAft>
              <a:buSzPts val="1400"/>
              <a:buNone/>
              <a:defRPr b="0" i="0" sz="3200" u="none" cap="none" strike="noStrike">
                <a:solidFill>
                  <a:srgbClr val="000000"/>
                </a:solidFill>
                <a:latin typeface="Arial"/>
                <a:ea typeface="Arial"/>
                <a:cs typeface="Arial"/>
                <a:sym typeface="Arial"/>
              </a:defRPr>
            </a:lvl1pPr>
            <a:lvl2pPr indent="-228600" lvl="1" marL="914400" marR="0" rtl="0" algn="l">
              <a:lnSpc>
                <a:spcPct val="94000"/>
              </a:lnSpc>
              <a:spcBef>
                <a:spcPts val="1400"/>
              </a:spcBef>
              <a:spcAft>
                <a:spcPts val="0"/>
              </a:spcAft>
              <a:buSzPts val="1400"/>
              <a:buNone/>
              <a:defRPr b="0" i="0" sz="2800" u="none" cap="none" strike="noStrike">
                <a:solidFill>
                  <a:srgbClr val="000000"/>
                </a:solidFill>
                <a:latin typeface="Arial"/>
                <a:ea typeface="Arial"/>
                <a:cs typeface="Arial"/>
                <a:sym typeface="Arial"/>
              </a:defRPr>
            </a:lvl2pPr>
            <a:lvl3pPr indent="-228600" lvl="2" marL="1371600" marR="0" rtl="0" algn="l">
              <a:lnSpc>
                <a:spcPct val="94000"/>
              </a:lnSpc>
              <a:spcBef>
                <a:spcPts val="1100"/>
              </a:spcBef>
              <a:spcAft>
                <a:spcPts val="0"/>
              </a:spcAft>
              <a:buSzPts val="1400"/>
              <a:buNone/>
              <a:defRPr b="0" i="0" sz="2400" u="none" cap="none" strike="noStrike">
                <a:solidFill>
                  <a:srgbClr val="000000"/>
                </a:solidFill>
                <a:latin typeface="Arial"/>
                <a:ea typeface="Arial"/>
                <a:cs typeface="Arial"/>
                <a:sym typeface="Arial"/>
              </a:defRPr>
            </a:lvl3pPr>
            <a:lvl4pPr indent="-228600" lvl="3" marL="1828800" marR="0" rtl="0" algn="l">
              <a:lnSpc>
                <a:spcPct val="94000"/>
              </a:lnSpc>
              <a:spcBef>
                <a:spcPts val="800"/>
              </a:spcBef>
              <a:spcAft>
                <a:spcPts val="0"/>
              </a:spcAft>
              <a:buSzPts val="1400"/>
              <a:buNone/>
              <a:defRPr b="0" i="0" sz="2000" u="none" cap="none" strike="noStrike">
                <a:solidFill>
                  <a:srgbClr val="000000"/>
                </a:solidFill>
                <a:latin typeface="Arial"/>
                <a:ea typeface="Arial"/>
                <a:cs typeface="Arial"/>
                <a:sym typeface="Arial"/>
              </a:defRPr>
            </a:lvl4pPr>
            <a:lvl5pPr indent="-228600" lvl="4" marL="2286000" marR="0" rtl="0" algn="l">
              <a:lnSpc>
                <a:spcPct val="94000"/>
              </a:lnSpc>
              <a:spcBef>
                <a:spcPts val="500"/>
              </a:spcBef>
              <a:spcAft>
                <a:spcPts val="0"/>
              </a:spcAft>
              <a:buSzPts val="1400"/>
              <a:buNone/>
              <a:defRPr b="0" i="0" sz="2000" u="none" cap="none" strike="noStrike">
                <a:solidFill>
                  <a:srgbClr val="000000"/>
                </a:solidFill>
                <a:latin typeface="Arial"/>
                <a:ea typeface="Arial"/>
                <a:cs typeface="Arial"/>
                <a:sym typeface="Arial"/>
              </a:defRPr>
            </a:lvl5pPr>
            <a:lvl6pPr indent="-228600" lvl="5" marL="2743200" marR="0" rtl="0" algn="l">
              <a:lnSpc>
                <a:spcPct val="94000"/>
              </a:lnSpc>
              <a:spcBef>
                <a:spcPts val="200"/>
              </a:spcBef>
              <a:spcAft>
                <a:spcPts val="0"/>
              </a:spcAft>
              <a:buSzPts val="1400"/>
              <a:buNone/>
              <a:defRPr b="0" i="0" sz="2000" u="none" cap="none" strike="noStrike">
                <a:solidFill>
                  <a:srgbClr val="000000"/>
                </a:solidFill>
                <a:latin typeface="Arial"/>
                <a:ea typeface="Arial"/>
                <a:cs typeface="Arial"/>
                <a:sym typeface="Arial"/>
              </a:defRPr>
            </a:lvl6pPr>
            <a:lvl7pPr indent="-228600" lvl="6" marL="3200400" marR="0" rtl="0" algn="l">
              <a:lnSpc>
                <a:spcPct val="94000"/>
              </a:lnSpc>
              <a:spcBef>
                <a:spcPts val="200"/>
              </a:spcBef>
              <a:spcAft>
                <a:spcPts val="0"/>
              </a:spcAft>
              <a:buSzPts val="1400"/>
              <a:buNone/>
              <a:defRPr b="0" i="0" sz="2000" u="none" cap="none" strike="noStrike">
                <a:solidFill>
                  <a:srgbClr val="000000"/>
                </a:solidFill>
                <a:latin typeface="Arial"/>
                <a:ea typeface="Arial"/>
                <a:cs typeface="Arial"/>
                <a:sym typeface="Arial"/>
              </a:defRPr>
            </a:lvl7pPr>
            <a:lvl8pPr indent="-228600" lvl="7" marL="3657600" marR="0" rtl="0" algn="l">
              <a:lnSpc>
                <a:spcPct val="94000"/>
              </a:lnSpc>
              <a:spcBef>
                <a:spcPts val="200"/>
              </a:spcBef>
              <a:spcAft>
                <a:spcPts val="0"/>
              </a:spcAft>
              <a:buSzPts val="1400"/>
              <a:buNone/>
              <a:defRPr b="0" i="0" sz="2000" u="none" cap="none" strike="noStrike">
                <a:solidFill>
                  <a:srgbClr val="000000"/>
                </a:solidFill>
                <a:latin typeface="Arial"/>
                <a:ea typeface="Arial"/>
                <a:cs typeface="Arial"/>
                <a:sym typeface="Arial"/>
              </a:defRPr>
            </a:lvl8pPr>
            <a:lvl9pPr indent="-228600" lvl="8" marL="4114800" marR="0" rtl="0" algn="l">
              <a:lnSpc>
                <a:spcPct val="94000"/>
              </a:lnSpc>
              <a:spcBef>
                <a:spcPts val="200"/>
              </a:spcBef>
              <a:spcAft>
                <a:spcPts val="200"/>
              </a:spcAft>
              <a:buSzPts val="1400"/>
              <a:buNone/>
              <a:defRPr b="0" i="0" sz="2000" u="none" cap="none" strike="noStrike">
                <a:solidFill>
                  <a:srgbClr val="000000"/>
                </a:solidFill>
                <a:latin typeface="Arial"/>
                <a:ea typeface="Arial"/>
                <a:cs typeface="Arial"/>
                <a:sym typeface="Arial"/>
              </a:defRPr>
            </a:lvl9pPr>
          </a:lstStyle>
          <a:p/>
        </p:txBody>
      </p:sp>
      <p:sp>
        <p:nvSpPr>
          <p:cNvPr id="32" name="Google Shape;32;p4"/>
          <p:cNvSpPr txBox="1"/>
          <p:nvPr>
            <p:ph idx="10" type="dt"/>
          </p:nvPr>
        </p:nvSpPr>
        <p:spPr>
          <a:xfrm>
            <a:off x="503237" y="6886575"/>
            <a:ext cx="2346325" cy="519112"/>
          </a:xfrm>
          <a:prstGeom prst="rect">
            <a:avLst/>
          </a:prstGeom>
          <a:noFill/>
          <a:ln>
            <a:noFill/>
          </a:ln>
        </p:spPr>
        <p:txBody>
          <a:bodyPr anchorCtr="0" anchor="t" bIns="0" lIns="0" spcFirstLastPara="1" rIns="0" wrap="square" tIns="0">
            <a:noAutofit/>
          </a:bodyPr>
          <a:lstStyle>
            <a:lvl1pPr lvl="0" marR="0" rtl="0" algn="l">
              <a:lnSpc>
                <a:spcPct val="93000"/>
              </a:lnSpc>
              <a:spcBef>
                <a:spcPts val="0"/>
              </a:spcBef>
              <a:spcAft>
                <a:spcPts val="0"/>
              </a:spcAft>
              <a:buSzPts val="1400"/>
              <a:buNone/>
              <a:defRPr b="0" i="0" sz="1400" u="none">
                <a:solidFill>
                  <a:srgbClr val="000000"/>
                </a:solidFill>
                <a:latin typeface="Times New Roman"/>
                <a:ea typeface="Times New Roman"/>
                <a:cs typeface="Times New Roman"/>
                <a:sym typeface="Times New Roman"/>
              </a:defRPr>
            </a:lvl1pPr>
            <a:lvl2pPr lvl="1"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33" name="Google Shape;33;p4"/>
          <p:cNvSpPr txBox="1"/>
          <p:nvPr>
            <p:ph idx="11" type="ftr"/>
          </p:nvPr>
        </p:nvSpPr>
        <p:spPr>
          <a:xfrm>
            <a:off x="3448050" y="6886575"/>
            <a:ext cx="3194050" cy="519112"/>
          </a:xfrm>
          <a:prstGeom prst="rect">
            <a:avLst/>
          </a:prstGeom>
          <a:noFill/>
          <a:ln>
            <a:noFill/>
          </a:ln>
        </p:spPr>
        <p:txBody>
          <a:bodyPr anchorCtr="0" anchor="t" bIns="0" lIns="0" spcFirstLastPara="1" rIns="0" wrap="square" tIns="0">
            <a:noAutofit/>
          </a:bodyPr>
          <a:lstStyle>
            <a:lvl1pPr lvl="0" marR="0" rtl="0" algn="ctr">
              <a:lnSpc>
                <a:spcPct val="93000"/>
              </a:lnSpc>
              <a:spcBef>
                <a:spcPts val="0"/>
              </a:spcBef>
              <a:spcAft>
                <a:spcPts val="0"/>
              </a:spcAft>
              <a:buSzPts val="1400"/>
              <a:buNone/>
              <a:defRPr b="0" i="0" sz="1400" u="none">
                <a:solidFill>
                  <a:srgbClr val="000000"/>
                </a:solidFill>
                <a:latin typeface="Times New Roman"/>
                <a:ea typeface="Times New Roman"/>
                <a:cs typeface="Times New Roman"/>
                <a:sym typeface="Times New Roman"/>
              </a:defRPr>
            </a:lvl1pPr>
            <a:lvl2pPr lvl="1"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94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34" name="Google Shape;34;p4"/>
          <p:cNvSpPr txBox="1"/>
          <p:nvPr>
            <p:ph idx="12" type="sldNum"/>
          </p:nvPr>
        </p:nvSpPr>
        <p:spPr>
          <a:xfrm>
            <a:off x="7227887" y="6886575"/>
            <a:ext cx="2346325" cy="519112"/>
          </a:xfrm>
          <a:prstGeom prst="rect">
            <a:avLst/>
          </a:prstGeom>
          <a:noFill/>
          <a:ln>
            <a:noFill/>
          </a:ln>
        </p:spPr>
        <p:txBody>
          <a:bodyPr anchorCtr="0" anchor="t" bIns="0" lIns="0" spcFirstLastPara="1" rIns="0" wrap="square" tIns="0">
            <a:noAutofit/>
          </a:bodyPr>
          <a:lstStyle>
            <a:lvl1pPr indent="0" lvl="0" marL="0" marR="0" rtl="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1pPr>
            <a:lvl2pPr indent="0" lvl="1" marL="0" marR="0" rtl="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2pPr>
            <a:lvl3pPr indent="0" lvl="2" marL="0" marR="0" rtl="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3pPr>
            <a:lvl4pPr indent="0" lvl="3" marL="0" marR="0" rtl="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4pPr>
            <a:lvl5pPr indent="0" lvl="4" marL="0" marR="0" rtl="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5pPr>
            <a:lvl6pPr indent="0" lvl="5" marL="0" marR="0" rtl="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6pPr>
            <a:lvl7pPr indent="0" lvl="6" marL="0" marR="0" rtl="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7pPr>
            <a:lvl8pPr indent="0" lvl="7" marL="0" marR="0" rtl="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8pPr>
            <a:lvl9pPr indent="0" lvl="8" marL="0" marR="0" rtl="0" algn="r">
              <a:lnSpc>
                <a:spcPct val="93000"/>
              </a:lnSpc>
              <a:spcBef>
                <a:spcPts val="0"/>
              </a:spcBef>
              <a:spcAft>
                <a:spcPts val="0"/>
              </a:spcAft>
              <a:buClr>
                <a:srgbClr val="000000"/>
              </a:buClr>
              <a:buSzPts val="1400"/>
              <a:buFont typeface="Times New Roman"/>
              <a:buNone/>
              <a:defRPr b="0" i="0" sz="1400" u="non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p5"/>
          <p:cNvSpPr txBox="1"/>
          <p:nvPr>
            <p:ph idx="4294967295" type="title"/>
          </p:nvPr>
        </p:nvSpPr>
        <p:spPr>
          <a:xfrm>
            <a:off x="503237" y="576262"/>
            <a:ext cx="7199312" cy="720725"/>
          </a:xfrm>
          <a:prstGeom prst="rect">
            <a:avLst/>
          </a:prstGeom>
          <a:noFill/>
          <a:ln>
            <a:noFill/>
          </a:ln>
        </p:spPr>
        <p:txBody>
          <a:bodyPr anchorCtr="0" anchor="ctr" bIns="0" lIns="0" spcFirstLastPara="1" rIns="0" wrap="square" tIns="27200">
            <a:noAutofit/>
          </a:bodyPr>
          <a:lstStyle/>
          <a:p>
            <a:pPr indent="0" lvl="0" marL="0" marR="0" rtl="0" algn="l">
              <a:lnSpc>
                <a:spcPct val="94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Lorem ipsum</a:t>
            </a:r>
            <a:endParaRPr/>
          </a:p>
        </p:txBody>
      </p:sp>
      <p:sp>
        <p:nvSpPr>
          <p:cNvPr id="40" name="Google Shape;40;p5"/>
          <p:cNvSpPr txBox="1"/>
          <p:nvPr>
            <p:ph idx="1" type="subTitle"/>
          </p:nvPr>
        </p:nvSpPr>
        <p:spPr>
          <a:xfrm>
            <a:off x="503237" y="1800225"/>
            <a:ext cx="9072562" cy="4384675"/>
          </a:xfrm>
          <a:prstGeom prst="rect">
            <a:avLst/>
          </a:prstGeom>
          <a:noFill/>
          <a:ln>
            <a:noFill/>
          </a:ln>
        </p:spPr>
        <p:txBody>
          <a:bodyPr anchorCtr="0" anchor="ctr" bIns="0" lIns="0" spcFirstLastPara="1" rIns="0" wrap="square" tIns="11325">
            <a:noAutofit/>
          </a:bodyPr>
          <a:lstStyle/>
          <a:p>
            <a:pPr indent="0" lvl="0" marL="0" marR="0" rtl="0" algn="l">
              <a:lnSpc>
                <a:spcPct val="94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Lorem ipsum dolor sit amet, consectetur adipiscing elit. Nunc ac faucibus odio. Vestibulum neque massa, scelerisque sit amet ligula eu, congue molestie mi. Praesent ut varius sem. Nullam at porttitor arcu, nec lacinia nisi. Ut ac dolor vitae odio interdum condimentum. Vivamus dapibus sodales ex, vitae malesuada ipsum cursus convallis. Maecenas sed egestas nulla, ac condimentum orci. Mauris diam felis, vulputate ac suscipit et, iaculis non est. Curabitur semper arcu ac ligula semper, nec luctus nisl blandit. Integer lacinia ante ac libero lobortis imperdiet. Nullam mollis convallis ipsum, ac accumsan nunc vehicula vitae. Nulla eget justo in felis tristique fringilla. Morbi sit amet tortor quis risus auctor condimentum. Morbi in ullamcorper elit. Nulla iaculis tellus sit amet mauris tempus fringilla.</a:t>
            </a:r>
            <a:endParaRPr/>
          </a:p>
          <a:p>
            <a:pPr indent="0" lvl="0" marL="0" marR="0" rtl="0" algn="l">
              <a:lnSpc>
                <a:spcPct val="94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0" lvl="0" marL="0" marR="0" rtl="0" algn="l">
              <a:lnSpc>
                <a:spcPct val="94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Maecenas mauris lectus, lobortis et purus mattis, blandit dictum tellus. Maecenas non lorem quis tellus placerat varius. Nulla facilisi. Aenean congue fringilla justo ut aliquam. Mauris id ex erat. Nunc vulputate neque vitae justo facilisis, non condimentum ante sagittis. Morbi viverra semper lorem nec molestie. Maecenas tincidunt est efficitur ligula euismod, sit amet ornare est vulputate.</a:t>
            </a:r>
            <a:endParaRPr/>
          </a:p>
          <a:p>
            <a:pPr indent="-342900" lvl="0" marL="342900" marR="0" rtl="0" algn="l">
              <a:lnSpc>
                <a:spcPct val="94000"/>
              </a:lnSpc>
              <a:spcBef>
                <a:spcPts val="0"/>
              </a:spcBef>
              <a:spcAft>
                <a:spcPts val="0"/>
              </a:spcAft>
              <a:buNone/>
            </a:pPr>
            <a:r>
              <a:t/>
            </a:r>
            <a:endParaRPr b="0" i="0" sz="1500" u="non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6"/>
          <p:cNvSpPr txBox="1"/>
          <p:nvPr>
            <p:ph type="title"/>
          </p:nvPr>
        </p:nvSpPr>
        <p:spPr>
          <a:xfrm>
            <a:off x="503237" y="576262"/>
            <a:ext cx="7199312" cy="720725"/>
          </a:xfrm>
          <a:prstGeom prst="rect">
            <a:avLst/>
          </a:prstGeom>
          <a:noFill/>
          <a:ln>
            <a:noFill/>
          </a:ln>
        </p:spPr>
        <p:txBody>
          <a:bodyPr anchorCtr="0" anchor="ctr" bIns="0" lIns="0" spcFirstLastPara="1" rIns="0" wrap="square" tIns="27200">
            <a:noAutofit/>
          </a:bodyPr>
          <a:lstStyle/>
          <a:p>
            <a:pPr indent="0" lvl="0" marL="0" rtl="0" algn="l">
              <a:lnSpc>
                <a:spcPct val="94000"/>
              </a:lnSpc>
              <a:spcBef>
                <a:spcPts val="0"/>
              </a:spcBef>
              <a:spcAft>
                <a:spcPts val="0"/>
              </a:spcAft>
              <a:buClr>
                <a:srgbClr val="000000"/>
              </a:buClr>
              <a:buSzPts val="3600"/>
              <a:buFont typeface="Arial"/>
              <a:buNone/>
            </a:pPr>
            <a:r>
              <a:rPr b="0" i="0" lang="en-US" sz="3600" u="none">
                <a:solidFill>
                  <a:srgbClr val="000000"/>
                </a:solidFill>
                <a:latin typeface="Arial"/>
                <a:ea typeface="Arial"/>
                <a:cs typeface="Arial"/>
                <a:sym typeface="Arial"/>
              </a:rPr>
              <a:t>Chart</a:t>
            </a:r>
            <a:endParaRPr/>
          </a:p>
        </p:txBody>
      </p:sp>
      <p:pic>
        <p:nvPicPr>
          <p:cNvPr id="46" name="Google Shape;46;p6"/>
          <p:cNvPicPr preferRelativeResize="0"/>
          <p:nvPr/>
        </p:nvPicPr>
        <p:blipFill rotWithShape="1">
          <a:blip r:embed="rId3">
            <a:alphaModFix/>
          </a:blip>
          <a:srcRect b="0" l="0" r="0" t="0"/>
          <a:stretch/>
        </p:blipFill>
        <p:spPr>
          <a:xfrm>
            <a:off x="1693862" y="2487612"/>
            <a:ext cx="6865937" cy="35988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 name="Shape 50"/>
        <p:cNvGrpSpPr/>
        <p:nvPr/>
      </p:nvGrpSpPr>
      <p:grpSpPr>
        <a:xfrm>
          <a:off x="0" y="0"/>
          <a:ext cx="0" cy="0"/>
          <a:chOff x="0" y="0"/>
          <a:chExt cx="0" cy="0"/>
        </a:xfrm>
      </p:grpSpPr>
      <p:sp>
        <p:nvSpPr>
          <p:cNvPr id="51" name="Google Shape;51;p7"/>
          <p:cNvSpPr txBox="1"/>
          <p:nvPr>
            <p:ph type="title"/>
          </p:nvPr>
        </p:nvSpPr>
        <p:spPr>
          <a:xfrm>
            <a:off x="503237" y="576262"/>
            <a:ext cx="7199312" cy="720725"/>
          </a:xfrm>
          <a:prstGeom prst="rect">
            <a:avLst/>
          </a:prstGeom>
          <a:noFill/>
          <a:ln>
            <a:noFill/>
          </a:ln>
        </p:spPr>
        <p:txBody>
          <a:bodyPr anchorCtr="0" anchor="ctr" bIns="0" lIns="0" spcFirstLastPara="1" rIns="0" wrap="square" tIns="27200">
            <a:noAutofit/>
          </a:bodyPr>
          <a:lstStyle/>
          <a:p>
            <a:pPr indent="0" lvl="0" marL="0" rtl="0" algn="l">
              <a:lnSpc>
                <a:spcPct val="94000"/>
              </a:lnSpc>
              <a:spcBef>
                <a:spcPts val="0"/>
              </a:spcBef>
              <a:spcAft>
                <a:spcPts val="0"/>
              </a:spcAft>
              <a:buClr>
                <a:srgbClr val="000000"/>
              </a:buClr>
              <a:buSzPts val="3600"/>
              <a:buFont typeface="Arial"/>
              <a:buNone/>
            </a:pPr>
            <a:r>
              <a:rPr b="0" i="0" lang="en-US" sz="3600" u="none">
                <a:solidFill>
                  <a:srgbClr val="000000"/>
                </a:solidFill>
                <a:latin typeface="Arial"/>
                <a:ea typeface="Arial"/>
                <a:cs typeface="Arial"/>
                <a:sym typeface="Arial"/>
              </a:rPr>
              <a:t>Table</a:t>
            </a:r>
            <a:endParaRPr/>
          </a:p>
        </p:txBody>
      </p:sp>
      <p:graphicFrame>
        <p:nvGraphicFramePr>
          <p:cNvPr id="52" name="Google Shape;52;p7"/>
          <p:cNvGraphicFramePr/>
          <p:nvPr/>
        </p:nvGraphicFramePr>
        <p:xfrm>
          <a:off x="503237" y="1800225"/>
          <a:ext cx="3000000" cy="3000000"/>
        </p:xfrm>
        <a:graphic>
          <a:graphicData uri="http://schemas.openxmlformats.org/drawingml/2006/table">
            <a:tbl>
              <a:tblPr>
                <a:noFill/>
                <a:tableStyleId>{970D48BD-176F-4A6C-A95A-51657BE64671}</a:tableStyleId>
              </a:tblPr>
              <a:tblGrid>
                <a:gridCol w="1814500"/>
                <a:gridCol w="1814500"/>
                <a:gridCol w="1814500"/>
                <a:gridCol w="1814500"/>
                <a:gridCol w="1814500"/>
              </a:tblGrid>
              <a:tr h="339725">
                <a:tc>
                  <a:txBody>
                    <a:bodyPr/>
                    <a:lstStyle/>
                    <a:p>
                      <a:pPr indent="0" lvl="0" marL="0" marR="0" rtl="0" algn="l">
                        <a:lnSpc>
                          <a:spcPct val="94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Column 1</a:t>
                      </a:r>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lnSpc>
                          <a:spcPct val="94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Column 2</a:t>
                      </a:r>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lnSpc>
                          <a:spcPct val="94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Column 3</a:t>
                      </a:r>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lnSpc>
                          <a:spcPct val="94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Column 4</a:t>
                      </a:r>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lnSpc>
                          <a:spcPct val="94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Column 5</a:t>
                      </a:r>
                      <a:endParaRPr/>
                    </a:p>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339725">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339725">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r>
              <a:tr h="339725">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339725">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r>
              <a:tr h="339725">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339725">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r>
              <a:tr h="339725">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339725">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r>
              <a:tr h="339725">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lnSpc>
                          <a:spcPct val="94000"/>
                        </a:lnSpc>
                        <a:spcBef>
                          <a:spcPts val="0"/>
                        </a:spcBef>
                        <a:spcAft>
                          <a:spcPts val="0"/>
                        </a:spcAft>
                        <a:buNone/>
                      </a:pPr>
                      <a:r>
                        <a:t/>
                      </a:r>
                      <a:endParaRPr b="0" i="0" sz="1800" u="none">
                        <a:solidFill>
                          <a:srgbClr val="000000"/>
                        </a:solidFill>
                        <a:latin typeface="Arial"/>
                        <a:ea typeface="Arial"/>
                        <a:cs typeface="Arial"/>
                        <a:sym typeface="Arial"/>
                      </a:endParaRPr>
                    </a:p>
                  </a:txBody>
                  <a:tcPr marT="60400" marB="46800"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OI_THEME_TEMPLATE_DESIGN">
  <a:themeElements>
    <a:clrScheme name="POI_THEME_TEMPLATE_DESIGN">
      <a:dk1>
        <a:srgbClr val="000000"/>
      </a:dk1>
      <a:lt1>
        <a:srgbClr val="FFFFFF"/>
      </a:lt1>
      <a:dk2>
        <a:srgbClr val="000000"/>
      </a:dk2>
      <a:lt2>
        <a:srgbClr val="808080"/>
      </a:lt2>
      <a:accent1>
        <a:srgbClr val="00CC99"/>
      </a:accent1>
      <a:accent2>
        <a:srgbClr val="3333CC"/>
      </a:accent2>
      <a:accent3>
        <a:srgbClr val="FFFFFF"/>
      </a:accent3>
      <a:accent4>
        <a:srgbClr val="00CC99"/>
      </a:accent4>
      <a:accent5>
        <a:srgbClr val="3333CC"/>
      </a:accent5>
      <a:accent6>
        <a:srgbClr val="FFFFFF"/>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OI_THEME_TEMPLATE_DESIGN">
  <a:themeElements>
    <a:clrScheme name="POI_THEME_TEMPLATE_DESIGN">
      <a:dk1>
        <a:srgbClr val="000000"/>
      </a:dk1>
      <a:lt1>
        <a:srgbClr val="FFFFFF"/>
      </a:lt1>
      <a:dk2>
        <a:srgbClr val="000000"/>
      </a:dk2>
      <a:lt2>
        <a:srgbClr val="808080"/>
      </a:lt2>
      <a:accent1>
        <a:srgbClr val="00CC99"/>
      </a:accent1>
      <a:accent2>
        <a:srgbClr val="3333CC"/>
      </a:accent2>
      <a:accent3>
        <a:srgbClr val="FFFFFF"/>
      </a:accent3>
      <a:accent4>
        <a:srgbClr val="00CC99"/>
      </a:accent4>
      <a:accent5>
        <a:srgbClr val="3333CC"/>
      </a:accent5>
      <a:accent6>
        <a:srgbClr val="FFFFFF"/>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